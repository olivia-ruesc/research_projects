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47"/>
  </p:notesMasterIdLst>
  <p:handoutMasterIdLst>
    <p:handoutMasterId r:id="rId48"/>
  </p:handoutMasterIdLst>
  <p:sldIdLst>
    <p:sldId id="312" r:id="rId5"/>
    <p:sldId id="304" r:id="rId6"/>
    <p:sldId id="307" r:id="rId7"/>
    <p:sldId id="281" r:id="rId8"/>
    <p:sldId id="344" r:id="rId9"/>
    <p:sldId id="282" r:id="rId10"/>
    <p:sldId id="314" r:id="rId11"/>
    <p:sldId id="315" r:id="rId12"/>
    <p:sldId id="317" r:id="rId13"/>
    <p:sldId id="318" r:id="rId14"/>
    <p:sldId id="319" r:id="rId15"/>
    <p:sldId id="321" r:id="rId16"/>
    <p:sldId id="322" r:id="rId17"/>
    <p:sldId id="297" r:id="rId18"/>
    <p:sldId id="323" r:id="rId19"/>
    <p:sldId id="324" r:id="rId20"/>
    <p:sldId id="330" r:id="rId21"/>
    <p:sldId id="331" r:id="rId22"/>
    <p:sldId id="332" r:id="rId23"/>
    <p:sldId id="325" r:id="rId24"/>
    <p:sldId id="326" r:id="rId25"/>
    <p:sldId id="327" r:id="rId26"/>
    <p:sldId id="333" r:id="rId27"/>
    <p:sldId id="334" r:id="rId28"/>
    <p:sldId id="335" r:id="rId29"/>
    <p:sldId id="336" r:id="rId30"/>
    <p:sldId id="337" r:id="rId31"/>
    <p:sldId id="339" r:id="rId32"/>
    <p:sldId id="340" r:id="rId33"/>
    <p:sldId id="338" r:id="rId34"/>
    <p:sldId id="341" r:id="rId35"/>
    <p:sldId id="342" r:id="rId36"/>
    <p:sldId id="349" r:id="rId37"/>
    <p:sldId id="350" r:id="rId38"/>
    <p:sldId id="351" r:id="rId39"/>
    <p:sldId id="348" r:id="rId40"/>
    <p:sldId id="346" r:id="rId41"/>
    <p:sldId id="347" r:id="rId42"/>
    <p:sldId id="345" r:id="rId43"/>
    <p:sldId id="328" r:id="rId44"/>
    <p:sldId id="343" r:id="rId45"/>
    <p:sldId id="352" r:id="rId4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DFBF6"/>
    <a:srgbClr val="FCFBF6"/>
    <a:srgbClr val="AAC4E9"/>
    <a:srgbClr val="F5CDCE"/>
    <a:srgbClr val="D4D593"/>
    <a:srgbClr val="FFEFEF"/>
    <a:srgbClr val="202C8F"/>
    <a:srgbClr val="DF8C8C"/>
    <a:srgbClr val="E6F0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82A29E-1BAF-465F-A0D9-42D0CD05F926}" v="67" dt="2024-11-15T18:29:03.292"/>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0" d="100"/>
          <a:sy n="70" d="100"/>
        </p:scale>
        <p:origin x="536"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ia Rueschhoff" userId="82a7b45e22aea8b7" providerId="LiveId" clId="{1D82A29E-1BAF-465F-A0D9-42D0CD05F926}"/>
    <pc:docChg chg="undo redo custSel addSld modSld sldOrd">
      <pc:chgData name="Olivia Rueschhoff" userId="82a7b45e22aea8b7" providerId="LiveId" clId="{1D82A29E-1BAF-465F-A0D9-42D0CD05F926}" dt="2024-11-15T18:32:10.468" v="8647"/>
      <pc:docMkLst>
        <pc:docMk/>
      </pc:docMkLst>
      <pc:sldChg chg="addSp delSp modSp mod modClrScheme chgLayout">
        <pc:chgData name="Olivia Rueschhoff" userId="82a7b45e22aea8b7" providerId="LiveId" clId="{1D82A29E-1BAF-465F-A0D9-42D0CD05F926}" dt="2024-10-31T14:32:44.107" v="1914" actId="20577"/>
        <pc:sldMkLst>
          <pc:docMk/>
          <pc:sldMk cId="2952923800" sldId="281"/>
        </pc:sldMkLst>
        <pc:spChg chg="mod">
          <ac:chgData name="Olivia Rueschhoff" userId="82a7b45e22aea8b7" providerId="LiveId" clId="{1D82A29E-1BAF-465F-A0D9-42D0CD05F926}" dt="2024-10-28T22:06:38.692" v="1424" actId="1076"/>
          <ac:spMkLst>
            <pc:docMk/>
            <pc:sldMk cId="2952923800" sldId="281"/>
            <ac:spMk id="2" creationId="{D53B219B-7E3A-7E84-6386-37313F0CFB09}"/>
          </ac:spMkLst>
        </pc:spChg>
        <pc:spChg chg="mod ord">
          <ac:chgData name="Olivia Rueschhoff" userId="82a7b45e22aea8b7" providerId="LiveId" clId="{1D82A29E-1BAF-465F-A0D9-42D0CD05F926}" dt="2024-10-28T22:08:07.588" v="1442" actId="14100"/>
          <ac:spMkLst>
            <pc:docMk/>
            <pc:sldMk cId="2952923800" sldId="281"/>
            <ac:spMk id="3" creationId="{A2E339BF-E6D7-DD0E-AF02-6813852EE723}"/>
          </ac:spMkLst>
        </pc:spChg>
        <pc:spChg chg="add mod">
          <ac:chgData name="Olivia Rueschhoff" userId="82a7b45e22aea8b7" providerId="LiveId" clId="{1D82A29E-1BAF-465F-A0D9-42D0CD05F926}" dt="2024-10-28T21:58:28.183" v="821" actId="478"/>
          <ac:spMkLst>
            <pc:docMk/>
            <pc:sldMk cId="2952923800" sldId="281"/>
            <ac:spMk id="4" creationId="{B4715425-56F4-0798-1394-960988E9705A}"/>
          </ac:spMkLst>
        </pc:spChg>
        <pc:spChg chg="del">
          <ac:chgData name="Olivia Rueschhoff" userId="82a7b45e22aea8b7" providerId="LiveId" clId="{1D82A29E-1BAF-465F-A0D9-42D0CD05F926}" dt="2024-10-31T14:31:30.502" v="1900" actId="478"/>
          <ac:spMkLst>
            <pc:docMk/>
            <pc:sldMk cId="2952923800" sldId="281"/>
            <ac:spMk id="4" creationId="{DA87EAE2-E7D3-4E23-BDE5-9E66B8DBBBDA}"/>
          </ac:spMkLst>
        </pc:spChg>
        <pc:spChg chg="add mod ord">
          <ac:chgData name="Olivia Rueschhoff" userId="82a7b45e22aea8b7" providerId="LiveId" clId="{1D82A29E-1BAF-465F-A0D9-42D0CD05F926}" dt="2024-10-31T14:32:44.107" v="1914" actId="20577"/>
          <ac:spMkLst>
            <pc:docMk/>
            <pc:sldMk cId="2952923800" sldId="281"/>
            <ac:spMk id="5" creationId="{4443C278-5E05-14FC-2076-ED0F5EE54F6D}"/>
          </ac:spMkLst>
        </pc:spChg>
        <pc:spChg chg="add del mod">
          <ac:chgData name="Olivia Rueschhoff" userId="82a7b45e22aea8b7" providerId="LiveId" clId="{1D82A29E-1BAF-465F-A0D9-42D0CD05F926}" dt="2024-10-28T21:58:36.881" v="825" actId="478"/>
          <ac:spMkLst>
            <pc:docMk/>
            <pc:sldMk cId="2952923800" sldId="281"/>
            <ac:spMk id="7" creationId="{3885FBD8-9A88-D2D8-00D7-7866419B4783}"/>
          </ac:spMkLst>
        </pc:spChg>
        <pc:spChg chg="add">
          <ac:chgData name="Olivia Rueschhoff" userId="82a7b45e22aea8b7" providerId="LiveId" clId="{1D82A29E-1BAF-465F-A0D9-42D0CD05F926}" dt="2024-10-28T22:00:13.532" v="893"/>
          <ac:spMkLst>
            <pc:docMk/>
            <pc:sldMk cId="2952923800" sldId="281"/>
            <ac:spMk id="8" creationId="{AD8EB679-8186-1007-9139-6E8B6E9977F0}"/>
          </ac:spMkLst>
        </pc:spChg>
        <pc:spChg chg="add del mod ord">
          <ac:chgData name="Olivia Rueschhoff" userId="82a7b45e22aea8b7" providerId="LiveId" clId="{1D82A29E-1BAF-465F-A0D9-42D0CD05F926}" dt="2024-10-31T14:31:27.796" v="1899" actId="478"/>
          <ac:spMkLst>
            <pc:docMk/>
            <pc:sldMk cId="2952923800" sldId="281"/>
            <ac:spMk id="9" creationId="{7F484930-E791-B652-A34D-4001B84CAF60}"/>
          </ac:spMkLst>
        </pc:spChg>
        <pc:spChg chg="add del mod">
          <ac:chgData name="Olivia Rueschhoff" userId="82a7b45e22aea8b7" providerId="LiveId" clId="{1D82A29E-1BAF-465F-A0D9-42D0CD05F926}" dt="2024-10-28T21:58:52.082" v="829" actId="26606"/>
          <ac:spMkLst>
            <pc:docMk/>
            <pc:sldMk cId="2952923800" sldId="281"/>
            <ac:spMk id="1031" creationId="{E6CAA318-3832-8E42-C680-8A7D939CB5E4}"/>
          </ac:spMkLst>
        </pc:spChg>
        <pc:spChg chg="add del mod">
          <ac:chgData name="Olivia Rueschhoff" userId="82a7b45e22aea8b7" providerId="LiveId" clId="{1D82A29E-1BAF-465F-A0D9-42D0CD05F926}" dt="2024-10-28T21:58:53.191" v="831" actId="26606"/>
          <ac:spMkLst>
            <pc:docMk/>
            <pc:sldMk cId="2952923800" sldId="281"/>
            <ac:spMk id="1033" creationId="{F6A3A732-B8E8-CEDD-F43F-62BFAAC534A1}"/>
          </ac:spMkLst>
        </pc:spChg>
        <pc:spChg chg="add mod">
          <ac:chgData name="Olivia Rueschhoff" userId="82a7b45e22aea8b7" providerId="LiveId" clId="{1D82A29E-1BAF-465F-A0D9-42D0CD05F926}" dt="2024-10-28T21:58:53.191" v="832" actId="26606"/>
          <ac:spMkLst>
            <pc:docMk/>
            <pc:sldMk cId="2952923800" sldId="281"/>
            <ac:spMk id="1035" creationId="{E6CAA318-3832-8E42-C680-8A7D939CB5E4}"/>
          </ac:spMkLst>
        </pc:spChg>
        <pc:picChg chg="add del">
          <ac:chgData name="Olivia Rueschhoff" userId="82a7b45e22aea8b7" providerId="LiveId" clId="{1D82A29E-1BAF-465F-A0D9-42D0CD05F926}" dt="2024-10-28T21:58:32.378" v="823" actId="478"/>
          <ac:picMkLst>
            <pc:docMk/>
            <pc:sldMk cId="2952923800" sldId="281"/>
            <ac:picMk id="6" creationId="{FECDA901-DD88-89EB-E10E-A2994D0A92DB}"/>
          </ac:picMkLst>
        </pc:picChg>
        <pc:picChg chg="add del mod">
          <ac:chgData name="Olivia Rueschhoff" userId="82a7b45e22aea8b7" providerId="LiveId" clId="{1D82A29E-1BAF-465F-A0D9-42D0CD05F926}" dt="2024-10-28T22:08:00.106" v="1440" actId="1076"/>
          <ac:picMkLst>
            <pc:docMk/>
            <pc:sldMk cId="2952923800" sldId="281"/>
            <ac:picMk id="1026" creationId="{68957F1B-E9EC-E5A4-F58A-446724B6243C}"/>
          </ac:picMkLst>
        </pc:picChg>
      </pc:sldChg>
      <pc:sldChg chg="addSp modSp mod">
        <pc:chgData name="Olivia Rueschhoff" userId="82a7b45e22aea8b7" providerId="LiveId" clId="{1D82A29E-1BAF-465F-A0D9-42D0CD05F926}" dt="2024-11-14T22:04:25.075" v="7098" actId="20577"/>
        <pc:sldMkLst>
          <pc:docMk/>
          <pc:sldMk cId="685681062" sldId="282"/>
        </pc:sldMkLst>
        <pc:spChg chg="mod">
          <ac:chgData name="Olivia Rueschhoff" userId="82a7b45e22aea8b7" providerId="LiveId" clId="{1D82A29E-1BAF-465F-A0D9-42D0CD05F926}" dt="2024-11-14T21:59:47.592" v="6956" actId="1076"/>
          <ac:spMkLst>
            <pc:docMk/>
            <pc:sldMk cId="685681062" sldId="282"/>
            <ac:spMk id="2" creationId="{FD5E8954-9BCB-7FD9-A210-38DC54382D45}"/>
          </ac:spMkLst>
        </pc:spChg>
        <pc:spChg chg="mod">
          <ac:chgData name="Olivia Rueschhoff" userId="82a7b45e22aea8b7" providerId="LiveId" clId="{1D82A29E-1BAF-465F-A0D9-42D0CD05F926}" dt="2024-11-14T22:04:25.075" v="7098" actId="20577"/>
          <ac:spMkLst>
            <pc:docMk/>
            <pc:sldMk cId="685681062" sldId="282"/>
            <ac:spMk id="3" creationId="{75111C33-898C-4414-4665-5136EB6FC126}"/>
          </ac:spMkLst>
        </pc:spChg>
        <pc:spChg chg="add mod">
          <ac:chgData name="Olivia Rueschhoff" userId="82a7b45e22aea8b7" providerId="LiveId" clId="{1D82A29E-1BAF-465F-A0D9-42D0CD05F926}" dt="2024-10-28T22:17:23.279" v="1584" actId="1076"/>
          <ac:spMkLst>
            <pc:docMk/>
            <pc:sldMk cId="685681062" sldId="282"/>
            <ac:spMk id="4" creationId="{88FB5951-E39C-741D-2E48-9DCCB2A7D706}"/>
          </ac:spMkLst>
        </pc:spChg>
        <pc:spChg chg="mod">
          <ac:chgData name="Olivia Rueschhoff" userId="82a7b45e22aea8b7" providerId="LiveId" clId="{1D82A29E-1BAF-465F-A0D9-42D0CD05F926}" dt="2024-11-14T22:01:01.197" v="7046" actId="20577"/>
          <ac:spMkLst>
            <pc:docMk/>
            <pc:sldMk cId="685681062" sldId="282"/>
            <ac:spMk id="5" creationId="{F0764DD0-1DDC-4BA8-BD23-CBEA5C32F337}"/>
          </ac:spMkLst>
        </pc:spChg>
      </pc:sldChg>
      <pc:sldChg chg="modSp mod">
        <pc:chgData name="Olivia Rueschhoff" userId="82a7b45e22aea8b7" providerId="LiveId" clId="{1D82A29E-1BAF-465F-A0D9-42D0CD05F926}" dt="2024-10-31T15:18:16.484" v="4356" actId="1035"/>
        <pc:sldMkLst>
          <pc:docMk/>
          <pc:sldMk cId="1973173046" sldId="297"/>
        </pc:sldMkLst>
        <pc:spChg chg="mod">
          <ac:chgData name="Olivia Rueschhoff" userId="82a7b45e22aea8b7" providerId="LiveId" clId="{1D82A29E-1BAF-465F-A0D9-42D0CD05F926}" dt="2024-10-31T15:18:16.484" v="4356" actId="1035"/>
          <ac:spMkLst>
            <pc:docMk/>
            <pc:sldMk cId="1973173046" sldId="297"/>
            <ac:spMk id="2" creationId="{509D22C5-0C9E-B582-A8FE-B45E70A01E7F}"/>
          </ac:spMkLst>
        </pc:spChg>
        <pc:spChg chg="mod">
          <ac:chgData name="Olivia Rueschhoff" userId="82a7b45e22aea8b7" providerId="LiveId" clId="{1D82A29E-1BAF-465F-A0D9-42D0CD05F926}" dt="2024-10-31T15:18:16.484" v="4356" actId="1035"/>
          <ac:spMkLst>
            <pc:docMk/>
            <pc:sldMk cId="1973173046" sldId="297"/>
            <ac:spMk id="3" creationId="{D8B5CEF2-E667-BBB5-2EA6-C06F93B6DE12}"/>
          </ac:spMkLst>
        </pc:spChg>
      </pc:sldChg>
      <pc:sldChg chg="modSp mod">
        <pc:chgData name="Olivia Rueschhoff" userId="82a7b45e22aea8b7" providerId="LiveId" clId="{1D82A29E-1BAF-465F-A0D9-42D0CD05F926}" dt="2024-10-28T21:42:28.083" v="481" actId="14100"/>
        <pc:sldMkLst>
          <pc:docMk/>
          <pc:sldMk cId="3913219759" sldId="304"/>
        </pc:sldMkLst>
        <pc:spChg chg="mod">
          <ac:chgData name="Olivia Rueschhoff" userId="82a7b45e22aea8b7" providerId="LiveId" clId="{1D82A29E-1BAF-465F-A0D9-42D0CD05F926}" dt="2024-10-28T21:42:04.445" v="453" actId="1076"/>
          <ac:spMkLst>
            <pc:docMk/>
            <pc:sldMk cId="3913219759" sldId="304"/>
            <ac:spMk id="2" creationId="{13021072-4A77-DB4D-DF41-58EADB7DA94E}"/>
          </ac:spMkLst>
        </pc:spChg>
        <pc:spChg chg="mod">
          <ac:chgData name="Olivia Rueschhoff" userId="82a7b45e22aea8b7" providerId="LiveId" clId="{1D82A29E-1BAF-465F-A0D9-42D0CD05F926}" dt="2024-10-28T21:42:28.083" v="481" actId="14100"/>
          <ac:spMkLst>
            <pc:docMk/>
            <pc:sldMk cId="3913219759" sldId="304"/>
            <ac:spMk id="3" creationId="{D4D22962-3C7F-E480-5C35-7F4860A098E1}"/>
          </ac:spMkLst>
        </pc:spChg>
      </pc:sldChg>
      <pc:sldChg chg="addSp delSp modSp mod modClrScheme chgLayout">
        <pc:chgData name="Olivia Rueschhoff" userId="82a7b45e22aea8b7" providerId="LiveId" clId="{1D82A29E-1BAF-465F-A0D9-42D0CD05F926}" dt="2024-11-14T21:59:17.427" v="6954" actId="20577"/>
        <pc:sldMkLst>
          <pc:docMk/>
          <pc:sldMk cId="2906491918" sldId="307"/>
        </pc:sldMkLst>
        <pc:spChg chg="mod">
          <ac:chgData name="Olivia Rueschhoff" userId="82a7b45e22aea8b7" providerId="LiveId" clId="{1D82A29E-1BAF-465F-A0D9-42D0CD05F926}" dt="2024-10-28T21:52:58.913" v="778" actId="255"/>
          <ac:spMkLst>
            <pc:docMk/>
            <pc:sldMk cId="2906491918" sldId="307"/>
            <ac:spMk id="2" creationId="{D54EDA75-0988-2AC2-87F8-8DEC83A7B9CA}"/>
          </ac:spMkLst>
        </pc:spChg>
        <pc:spChg chg="add del mod">
          <ac:chgData name="Olivia Rueschhoff" userId="82a7b45e22aea8b7" providerId="LiveId" clId="{1D82A29E-1BAF-465F-A0D9-42D0CD05F926}" dt="2024-10-28T21:51:08.344" v="738" actId="931"/>
          <ac:spMkLst>
            <pc:docMk/>
            <pc:sldMk cId="2906491918" sldId="307"/>
            <ac:spMk id="4" creationId="{1B2F57E1-2AE2-3E30-CCBE-F7F9A4F68689}"/>
          </ac:spMkLst>
        </pc:spChg>
        <pc:spChg chg="add del">
          <ac:chgData name="Olivia Rueschhoff" userId="82a7b45e22aea8b7" providerId="LiveId" clId="{1D82A29E-1BAF-465F-A0D9-42D0CD05F926}" dt="2024-10-28T21:45:27.417" v="700" actId="22"/>
          <ac:spMkLst>
            <pc:docMk/>
            <pc:sldMk cId="2906491918" sldId="307"/>
            <ac:spMk id="6" creationId="{224E99B5-C9E8-7392-FDA0-FAA4810F7F91}"/>
          </ac:spMkLst>
        </pc:spChg>
        <pc:spChg chg="add del mod">
          <ac:chgData name="Olivia Rueschhoff" userId="82a7b45e22aea8b7" providerId="LiveId" clId="{1D82A29E-1BAF-465F-A0D9-42D0CD05F926}" dt="2024-10-28T21:45:39.865" v="706" actId="22"/>
          <ac:spMkLst>
            <pc:docMk/>
            <pc:sldMk cId="2906491918" sldId="307"/>
            <ac:spMk id="9" creationId="{615837EC-9B32-4DA7-4F78-215D67769B7D}"/>
          </ac:spMkLst>
        </pc:spChg>
        <pc:spChg chg="add mod">
          <ac:chgData name="Olivia Rueschhoff" userId="82a7b45e22aea8b7" providerId="LiveId" clId="{1D82A29E-1BAF-465F-A0D9-42D0CD05F926}" dt="2024-11-14T21:59:17.427" v="6954" actId="20577"/>
          <ac:spMkLst>
            <pc:docMk/>
            <pc:sldMk cId="2906491918" sldId="307"/>
            <ac:spMk id="10" creationId="{94A09043-F948-E672-6091-E86C8A90C6C0}"/>
          </ac:spMkLst>
        </pc:spChg>
        <pc:spChg chg="add del mod">
          <ac:chgData name="Olivia Rueschhoff" userId="82a7b45e22aea8b7" providerId="LiveId" clId="{1D82A29E-1BAF-465F-A0D9-42D0CD05F926}" dt="2024-10-28T21:51:30.373" v="742" actId="478"/>
          <ac:spMkLst>
            <pc:docMk/>
            <pc:sldMk cId="2906491918" sldId="307"/>
            <ac:spMk id="13" creationId="{D1E0782E-CED2-2D8C-808E-72BCD8AAEF63}"/>
          </ac:spMkLst>
        </pc:spChg>
        <pc:spChg chg="add mod">
          <ac:chgData name="Olivia Rueschhoff" userId="82a7b45e22aea8b7" providerId="LiveId" clId="{1D82A29E-1BAF-465F-A0D9-42D0CD05F926}" dt="2024-10-28T21:51:57.167" v="744" actId="26606"/>
          <ac:spMkLst>
            <pc:docMk/>
            <pc:sldMk cId="2906491918" sldId="307"/>
            <ac:spMk id="14" creationId="{33F2B0DC-971E-0134-C4F8-9D2674144BAD}"/>
          </ac:spMkLst>
        </pc:spChg>
        <pc:spChg chg="add del mod">
          <ac:chgData name="Olivia Rueschhoff" userId="82a7b45e22aea8b7" providerId="LiveId" clId="{1D82A29E-1BAF-465F-A0D9-42D0CD05F926}" dt="2024-10-28T21:51:40.399" v="743" actId="478"/>
          <ac:spMkLst>
            <pc:docMk/>
            <pc:sldMk cId="2906491918" sldId="307"/>
            <ac:spMk id="15" creationId="{96252344-883B-431B-0EB5-137D59FC2A54}"/>
          </ac:spMkLst>
        </pc:spChg>
        <pc:spChg chg="add mod ord">
          <ac:chgData name="Olivia Rueschhoff" userId="82a7b45e22aea8b7" providerId="LiveId" clId="{1D82A29E-1BAF-465F-A0D9-42D0CD05F926}" dt="2024-10-28T21:53:58.366" v="793" actId="14100"/>
          <ac:spMkLst>
            <pc:docMk/>
            <pc:sldMk cId="2906491918" sldId="307"/>
            <ac:spMk id="16" creationId="{FB6F5FD4-E052-AC12-43E5-F580367F9272}"/>
          </ac:spMkLst>
        </pc:spChg>
        <pc:spChg chg="add mod ord">
          <ac:chgData name="Olivia Rueschhoff" userId="82a7b45e22aea8b7" providerId="LiveId" clId="{1D82A29E-1BAF-465F-A0D9-42D0CD05F926}" dt="2024-10-28T21:57:10.485" v="819" actId="206"/>
          <ac:spMkLst>
            <pc:docMk/>
            <pc:sldMk cId="2906491918" sldId="307"/>
            <ac:spMk id="17" creationId="{B692B99D-0EE8-1567-E3E5-1150469721AE}"/>
          </ac:spMkLst>
        </pc:spChg>
        <pc:spChg chg="add del">
          <ac:chgData name="Olivia Rueschhoff" userId="82a7b45e22aea8b7" providerId="LiveId" clId="{1D82A29E-1BAF-465F-A0D9-42D0CD05F926}" dt="2024-10-28T21:55:16.177" v="806" actId="478"/>
          <ac:spMkLst>
            <pc:docMk/>
            <pc:sldMk cId="2906491918" sldId="307"/>
            <ac:spMk id="18" creationId="{B19118F8-D72C-6E7A-4480-219A36E37474}"/>
          </ac:spMkLst>
        </pc:spChg>
        <pc:spChg chg="add del">
          <ac:chgData name="Olivia Rueschhoff" userId="82a7b45e22aea8b7" providerId="LiveId" clId="{1D82A29E-1BAF-465F-A0D9-42D0CD05F926}" dt="2024-10-28T21:55:36.995" v="808" actId="478"/>
          <ac:spMkLst>
            <pc:docMk/>
            <pc:sldMk cId="2906491918" sldId="307"/>
            <ac:spMk id="19" creationId="{0125DAA5-3AB0-EA4F-8E33-06352603F2AA}"/>
          </ac:spMkLst>
        </pc:spChg>
        <pc:spChg chg="add del mod">
          <ac:chgData name="Olivia Rueschhoff" userId="82a7b45e22aea8b7" providerId="LiveId" clId="{1D82A29E-1BAF-465F-A0D9-42D0CD05F926}" dt="2024-10-28T21:56:39.815" v="816" actId="478"/>
          <ac:spMkLst>
            <pc:docMk/>
            <pc:sldMk cId="2906491918" sldId="307"/>
            <ac:spMk id="20" creationId="{0F75B147-633B-D502-A3A0-09F0C812ADDC}"/>
          </ac:spMkLst>
        </pc:spChg>
        <pc:picChg chg="del">
          <ac:chgData name="Olivia Rueschhoff" userId="82a7b45e22aea8b7" providerId="LiveId" clId="{1D82A29E-1BAF-465F-A0D9-42D0CD05F926}" dt="2024-10-28T21:42:45.669" v="483" actId="478"/>
          <ac:picMkLst>
            <pc:docMk/>
            <pc:sldMk cId="2906491918" sldId="307"/>
            <ac:picMk id="7" creationId="{DD186EAB-37C7-E7E6-AE8D-F077D02804F9}"/>
          </ac:picMkLst>
        </pc:picChg>
        <pc:picChg chg="add del mod modCrop">
          <ac:chgData name="Olivia Rueschhoff" userId="82a7b45e22aea8b7" providerId="LiveId" clId="{1D82A29E-1BAF-465F-A0D9-42D0CD05F926}" dt="2024-10-28T21:51:30.373" v="742" actId="478"/>
          <ac:picMkLst>
            <pc:docMk/>
            <pc:sldMk cId="2906491918" sldId="307"/>
            <ac:picMk id="12" creationId="{FA47DB3E-1983-C88D-2362-FDD764A6C6CA}"/>
          </ac:picMkLst>
        </pc:picChg>
      </pc:sldChg>
      <pc:sldChg chg="modSp mod">
        <pc:chgData name="Olivia Rueschhoff" userId="82a7b45e22aea8b7" providerId="LiveId" clId="{1D82A29E-1BAF-465F-A0D9-42D0CD05F926}" dt="2024-10-28T21:46:50.750" v="735" actId="1076"/>
        <pc:sldMkLst>
          <pc:docMk/>
          <pc:sldMk cId="2202437675" sldId="312"/>
        </pc:sldMkLst>
        <pc:spChg chg="mod">
          <ac:chgData name="Olivia Rueschhoff" userId="82a7b45e22aea8b7" providerId="LiveId" clId="{1D82A29E-1BAF-465F-A0D9-42D0CD05F926}" dt="2024-10-28T21:46:50.750" v="735" actId="1076"/>
          <ac:spMkLst>
            <pc:docMk/>
            <pc:sldMk cId="2202437675" sldId="312"/>
            <ac:spMk id="3" creationId="{17A05DAB-36F8-84B6-DF3B-566C3256741D}"/>
          </ac:spMkLst>
        </pc:spChg>
      </pc:sldChg>
      <pc:sldChg chg="modSp mod">
        <pc:chgData name="Olivia Rueschhoff" userId="82a7b45e22aea8b7" providerId="LiveId" clId="{1D82A29E-1BAF-465F-A0D9-42D0CD05F926}" dt="2024-10-31T14:41:57.957" v="2489" actId="20577"/>
        <pc:sldMkLst>
          <pc:docMk/>
          <pc:sldMk cId="1131718056" sldId="314"/>
        </pc:sldMkLst>
        <pc:spChg chg="mod">
          <ac:chgData name="Olivia Rueschhoff" userId="82a7b45e22aea8b7" providerId="LiveId" clId="{1D82A29E-1BAF-465F-A0D9-42D0CD05F926}" dt="2024-10-31T14:35:08.588" v="2244" actId="1076"/>
          <ac:spMkLst>
            <pc:docMk/>
            <pc:sldMk cId="1131718056" sldId="314"/>
            <ac:spMk id="2" creationId="{B6210199-C129-11F0-56F2-2D1AED21CB4C}"/>
          </ac:spMkLst>
        </pc:spChg>
        <pc:spChg chg="mod">
          <ac:chgData name="Olivia Rueschhoff" userId="82a7b45e22aea8b7" providerId="LiveId" clId="{1D82A29E-1BAF-465F-A0D9-42D0CD05F926}" dt="2024-10-31T14:41:57.957" v="2489" actId="20577"/>
          <ac:spMkLst>
            <pc:docMk/>
            <pc:sldMk cId="1131718056" sldId="314"/>
            <ac:spMk id="4" creationId="{BDDD6BDC-E008-6AB7-55A1-46ED9BCF054F}"/>
          </ac:spMkLst>
        </pc:spChg>
      </pc:sldChg>
      <pc:sldChg chg="addSp delSp modSp mod modClrScheme chgLayout">
        <pc:chgData name="Olivia Rueschhoff" userId="82a7b45e22aea8b7" providerId="LiveId" clId="{1D82A29E-1BAF-465F-A0D9-42D0CD05F926}" dt="2024-10-31T15:47:03.947" v="5029" actId="1037"/>
        <pc:sldMkLst>
          <pc:docMk/>
          <pc:sldMk cId="2468595790" sldId="315"/>
        </pc:sldMkLst>
        <pc:spChg chg="mod">
          <ac:chgData name="Olivia Rueschhoff" userId="82a7b45e22aea8b7" providerId="LiveId" clId="{1D82A29E-1BAF-465F-A0D9-42D0CD05F926}" dt="2024-10-31T14:38:40.997" v="2351" actId="14100"/>
          <ac:spMkLst>
            <pc:docMk/>
            <pc:sldMk cId="2468595790" sldId="315"/>
            <ac:spMk id="2" creationId="{B28A34A6-22BC-27A4-2C79-EE98A4943B14}"/>
          </ac:spMkLst>
        </pc:spChg>
        <pc:spChg chg="mod ord">
          <ac:chgData name="Olivia Rueschhoff" userId="82a7b45e22aea8b7" providerId="LiveId" clId="{1D82A29E-1BAF-465F-A0D9-42D0CD05F926}" dt="2024-10-31T14:37:10.756" v="2296" actId="26606"/>
          <ac:spMkLst>
            <pc:docMk/>
            <pc:sldMk cId="2468595790" sldId="315"/>
            <ac:spMk id="3" creationId="{7267C004-8B72-C872-98FB-00A2A584D055}"/>
          </ac:spMkLst>
        </pc:spChg>
        <pc:spChg chg="add del mod">
          <ac:chgData name="Olivia Rueschhoff" userId="82a7b45e22aea8b7" providerId="LiveId" clId="{1D82A29E-1BAF-465F-A0D9-42D0CD05F926}" dt="2024-10-31T14:36:58.215" v="2291" actId="22"/>
          <ac:spMkLst>
            <pc:docMk/>
            <pc:sldMk cId="2468595790" sldId="315"/>
            <ac:spMk id="5" creationId="{4FFA3633-6AB5-FA5A-FDEB-E40FC0E84A75}"/>
          </ac:spMkLst>
        </pc:spChg>
        <pc:spChg chg="add del mod">
          <ac:chgData name="Olivia Rueschhoff" userId="82a7b45e22aea8b7" providerId="LiveId" clId="{1D82A29E-1BAF-465F-A0D9-42D0CD05F926}" dt="2024-10-31T14:37:10.756" v="2296" actId="26606"/>
          <ac:spMkLst>
            <pc:docMk/>
            <pc:sldMk cId="2468595790" sldId="315"/>
            <ac:spMk id="7" creationId="{E1576C9F-6A52-6968-11B7-42358B14D534}"/>
          </ac:spMkLst>
        </pc:spChg>
        <pc:spChg chg="add mod">
          <ac:chgData name="Olivia Rueschhoff" userId="82a7b45e22aea8b7" providerId="LiveId" clId="{1D82A29E-1BAF-465F-A0D9-42D0CD05F926}" dt="2024-10-31T14:36:24.566" v="2290"/>
          <ac:spMkLst>
            <pc:docMk/>
            <pc:sldMk cId="2468595790" sldId="315"/>
            <ac:spMk id="8" creationId="{82FD363A-F5F5-0DE2-D860-C197C9438EF0}"/>
          </ac:spMkLst>
        </pc:spChg>
        <pc:spChg chg="add mod">
          <ac:chgData name="Olivia Rueschhoff" userId="82a7b45e22aea8b7" providerId="LiveId" clId="{1D82A29E-1BAF-465F-A0D9-42D0CD05F926}" dt="2024-10-31T14:38:52.413" v="2352" actId="1076"/>
          <ac:spMkLst>
            <pc:docMk/>
            <pc:sldMk cId="2468595790" sldId="315"/>
            <ac:spMk id="11" creationId="{6CAE4782-9CC9-B108-7D6A-D4B6890137A8}"/>
          </ac:spMkLst>
        </pc:spChg>
        <pc:spChg chg="add mod">
          <ac:chgData name="Olivia Rueschhoff" userId="82a7b45e22aea8b7" providerId="LiveId" clId="{1D82A29E-1BAF-465F-A0D9-42D0CD05F926}" dt="2024-10-31T14:41:44.260" v="2470" actId="14100"/>
          <ac:spMkLst>
            <pc:docMk/>
            <pc:sldMk cId="2468595790" sldId="315"/>
            <ac:spMk id="12" creationId="{58F73A2A-A0D3-DC32-2815-981BAC05A5E5}"/>
          </ac:spMkLst>
        </pc:spChg>
        <pc:spChg chg="add mod">
          <ac:chgData name="Olivia Rueschhoff" userId="82a7b45e22aea8b7" providerId="LiveId" clId="{1D82A29E-1BAF-465F-A0D9-42D0CD05F926}" dt="2024-10-31T15:47:03.947" v="5029" actId="1037"/>
          <ac:spMkLst>
            <pc:docMk/>
            <pc:sldMk cId="2468595790" sldId="315"/>
            <ac:spMk id="13" creationId="{69F18EC9-1998-4F1E-649D-C44D2890586F}"/>
          </ac:spMkLst>
        </pc:spChg>
        <pc:spChg chg="add del mod">
          <ac:chgData name="Olivia Rueschhoff" userId="82a7b45e22aea8b7" providerId="LiveId" clId="{1D82A29E-1BAF-465F-A0D9-42D0CD05F926}" dt="2024-10-31T14:37:10.743" v="2295" actId="26606"/>
          <ac:spMkLst>
            <pc:docMk/>
            <pc:sldMk cId="2468595790" sldId="315"/>
            <ac:spMk id="15" creationId="{BA376C6F-556A-A246-72F4-D28A2C0DE1BF}"/>
          </ac:spMkLst>
        </pc:spChg>
        <pc:spChg chg="del">
          <ac:chgData name="Olivia Rueschhoff" userId="82a7b45e22aea8b7" providerId="LiveId" clId="{1D82A29E-1BAF-465F-A0D9-42D0CD05F926}" dt="2024-10-31T14:35:37.230" v="2255" actId="478"/>
          <ac:spMkLst>
            <pc:docMk/>
            <pc:sldMk cId="2468595790" sldId="315"/>
            <ac:spMk id="16" creationId="{AEF9954A-E263-8A7E-58B1-4D03F7D1BD9B}"/>
          </ac:spMkLst>
        </pc:spChg>
        <pc:spChg chg="del">
          <ac:chgData name="Olivia Rueschhoff" userId="82a7b45e22aea8b7" providerId="LiveId" clId="{1D82A29E-1BAF-465F-A0D9-42D0CD05F926}" dt="2024-10-31T14:35:40.743" v="2256" actId="478"/>
          <ac:spMkLst>
            <pc:docMk/>
            <pc:sldMk cId="2468595790" sldId="315"/>
            <ac:spMk id="17" creationId="{33680A80-5C61-DD02-1119-0565C0AD5372}"/>
          </ac:spMkLst>
        </pc:spChg>
        <pc:picChg chg="add mod ord">
          <ac:chgData name="Olivia Rueschhoff" userId="82a7b45e22aea8b7" providerId="LiveId" clId="{1D82A29E-1BAF-465F-A0D9-42D0CD05F926}" dt="2024-10-31T14:39:04.870" v="2384" actId="1038"/>
          <ac:picMkLst>
            <pc:docMk/>
            <pc:sldMk cId="2468595790" sldId="315"/>
            <ac:picMk id="10" creationId="{4DF18895-A167-F41B-5DE1-9367121639B7}"/>
          </ac:picMkLst>
        </pc:picChg>
      </pc:sldChg>
      <pc:sldChg chg="addSp delSp modSp mod">
        <pc:chgData name="Olivia Rueschhoff" userId="82a7b45e22aea8b7" providerId="LiveId" clId="{1D82A29E-1BAF-465F-A0D9-42D0CD05F926}" dt="2024-11-14T22:08:56.528" v="7102" actId="1076"/>
        <pc:sldMkLst>
          <pc:docMk/>
          <pc:sldMk cId="1941619646" sldId="317"/>
        </pc:sldMkLst>
        <pc:spChg chg="mod">
          <ac:chgData name="Olivia Rueschhoff" userId="82a7b45e22aea8b7" providerId="LiveId" clId="{1D82A29E-1BAF-465F-A0D9-42D0CD05F926}" dt="2024-10-31T14:39:29.619" v="2418" actId="20577"/>
          <ac:spMkLst>
            <pc:docMk/>
            <pc:sldMk cId="1941619646" sldId="317"/>
            <ac:spMk id="3" creationId="{3D55F2D4-C20E-BEBC-1CCF-4449B0456A7E}"/>
          </ac:spMkLst>
        </pc:spChg>
        <pc:spChg chg="add del mod">
          <ac:chgData name="Olivia Rueschhoff" userId="82a7b45e22aea8b7" providerId="LiveId" clId="{1D82A29E-1BAF-465F-A0D9-42D0CD05F926}" dt="2024-10-31T14:39:18.363" v="2387" actId="478"/>
          <ac:spMkLst>
            <pc:docMk/>
            <pc:sldMk cId="1941619646" sldId="317"/>
            <ac:spMk id="5" creationId="{560E1D7D-81E4-9E90-E9E9-207C02205F12}"/>
          </ac:spMkLst>
        </pc:spChg>
        <pc:spChg chg="add mod">
          <ac:chgData name="Olivia Rueschhoff" userId="82a7b45e22aea8b7" providerId="LiveId" clId="{1D82A29E-1BAF-465F-A0D9-42D0CD05F926}" dt="2024-10-31T15:19:34.813" v="4382" actId="14100"/>
          <ac:spMkLst>
            <pc:docMk/>
            <pc:sldMk cId="1941619646" sldId="317"/>
            <ac:spMk id="6" creationId="{73AD7D12-1B4F-F306-F4BB-55BD172F6613}"/>
          </ac:spMkLst>
        </pc:spChg>
        <pc:spChg chg="mod">
          <ac:chgData name="Olivia Rueschhoff" userId="82a7b45e22aea8b7" providerId="LiveId" clId="{1D82A29E-1BAF-465F-A0D9-42D0CD05F926}" dt="2024-10-31T14:46:27.442" v="3085" actId="14100"/>
          <ac:spMkLst>
            <pc:docMk/>
            <pc:sldMk cId="1941619646" sldId="317"/>
            <ac:spMk id="13" creationId="{58AC0C8B-8A7A-9FAE-2D0F-4D1C3A8C3FA5}"/>
          </ac:spMkLst>
        </pc:spChg>
        <pc:spChg chg="mod">
          <ac:chgData name="Olivia Rueschhoff" userId="82a7b45e22aea8b7" providerId="LiveId" clId="{1D82A29E-1BAF-465F-A0D9-42D0CD05F926}" dt="2024-10-31T14:43:04.916" v="2707" actId="20577"/>
          <ac:spMkLst>
            <pc:docMk/>
            <pc:sldMk cId="1941619646" sldId="317"/>
            <ac:spMk id="14" creationId="{749C7CD1-A9AA-49E3-6734-AD9546F2DF5B}"/>
          </ac:spMkLst>
        </pc:spChg>
        <pc:picChg chg="add mod">
          <ac:chgData name="Olivia Rueschhoff" userId="82a7b45e22aea8b7" providerId="LiveId" clId="{1D82A29E-1BAF-465F-A0D9-42D0CD05F926}" dt="2024-11-14T22:08:56.528" v="7102" actId="1076"/>
          <ac:picMkLst>
            <pc:docMk/>
            <pc:sldMk cId="1941619646" sldId="317"/>
            <ac:picMk id="5" creationId="{18D91650-4D0C-7E15-D55A-9F289005A700}"/>
          </ac:picMkLst>
        </pc:picChg>
        <pc:picChg chg="del">
          <ac:chgData name="Olivia Rueschhoff" userId="82a7b45e22aea8b7" providerId="LiveId" clId="{1D82A29E-1BAF-465F-A0D9-42D0CD05F926}" dt="2024-10-31T14:39:16.750" v="2386" actId="478"/>
          <ac:picMkLst>
            <pc:docMk/>
            <pc:sldMk cId="1941619646" sldId="317"/>
            <ac:picMk id="10" creationId="{DD0A0899-5B02-CEB5-E5DD-448B169C2377}"/>
          </ac:picMkLst>
        </pc:picChg>
      </pc:sldChg>
      <pc:sldChg chg="addSp delSp modSp mod modClrScheme chgLayout">
        <pc:chgData name="Olivia Rueschhoff" userId="82a7b45e22aea8b7" providerId="LiveId" clId="{1D82A29E-1BAF-465F-A0D9-42D0CD05F926}" dt="2024-11-08T19:05:00.116" v="5035" actId="1076"/>
        <pc:sldMkLst>
          <pc:docMk/>
          <pc:sldMk cId="4072101725" sldId="318"/>
        </pc:sldMkLst>
        <pc:spChg chg="mod ord">
          <ac:chgData name="Olivia Rueschhoff" userId="82a7b45e22aea8b7" providerId="LiveId" clId="{1D82A29E-1BAF-465F-A0D9-42D0CD05F926}" dt="2024-10-31T14:52:24.137" v="3264" actId="26606"/>
          <ac:spMkLst>
            <pc:docMk/>
            <pc:sldMk cId="4072101725" sldId="318"/>
            <ac:spMk id="2" creationId="{AB69D854-FB65-0E93-CFE2-041F7C41DD24}"/>
          </ac:spMkLst>
        </pc:spChg>
        <pc:spChg chg="mod">
          <ac:chgData name="Olivia Rueschhoff" userId="82a7b45e22aea8b7" providerId="LiveId" clId="{1D82A29E-1BAF-465F-A0D9-42D0CD05F926}" dt="2024-10-31T15:19:25.925" v="4381" actId="1076"/>
          <ac:spMkLst>
            <pc:docMk/>
            <pc:sldMk cId="4072101725" sldId="318"/>
            <ac:spMk id="3" creationId="{9443EC8A-1733-CCF7-081F-EB4667CB3285}"/>
          </ac:spMkLst>
        </pc:spChg>
        <pc:spChg chg="del">
          <ac:chgData name="Olivia Rueschhoff" userId="82a7b45e22aea8b7" providerId="LiveId" clId="{1D82A29E-1BAF-465F-A0D9-42D0CD05F926}" dt="2024-10-31T14:50:44.873" v="3140" actId="478"/>
          <ac:spMkLst>
            <pc:docMk/>
            <pc:sldMk cId="4072101725" sldId="318"/>
            <ac:spMk id="4" creationId="{ACE55D3D-AA24-CF53-6679-29B3C83F7646}"/>
          </ac:spMkLst>
        </pc:spChg>
        <pc:spChg chg="del">
          <ac:chgData name="Olivia Rueschhoff" userId="82a7b45e22aea8b7" providerId="LiveId" clId="{1D82A29E-1BAF-465F-A0D9-42D0CD05F926}" dt="2024-11-08T19:04:52.064" v="5032" actId="478"/>
          <ac:spMkLst>
            <pc:docMk/>
            <pc:sldMk cId="4072101725" sldId="318"/>
            <ac:spMk id="5" creationId="{CF5A38C4-BF97-441B-A5DD-E0C4A8371FE2}"/>
          </ac:spMkLst>
        </pc:spChg>
        <pc:spChg chg="add del mod">
          <ac:chgData name="Olivia Rueschhoff" userId="82a7b45e22aea8b7" providerId="LiveId" clId="{1D82A29E-1BAF-465F-A0D9-42D0CD05F926}" dt="2024-10-31T14:50:42.179" v="3139" actId="478"/>
          <ac:spMkLst>
            <pc:docMk/>
            <pc:sldMk cId="4072101725" sldId="318"/>
            <ac:spMk id="6" creationId="{590F2D89-90FE-D0D6-6BC9-57FC11944CBB}"/>
          </ac:spMkLst>
        </pc:spChg>
        <pc:spChg chg="add del mod">
          <ac:chgData name="Olivia Rueschhoff" userId="82a7b45e22aea8b7" providerId="LiveId" clId="{1D82A29E-1BAF-465F-A0D9-42D0CD05F926}" dt="2024-10-31T14:51:41.148" v="3144" actId="26606"/>
          <ac:spMkLst>
            <pc:docMk/>
            <pc:sldMk cId="4072101725" sldId="318"/>
            <ac:spMk id="9" creationId="{7E71B4BF-CA2B-7588-CAF8-AF5303ADE1F8}"/>
          </ac:spMkLst>
        </pc:spChg>
        <pc:spChg chg="add del mod">
          <ac:chgData name="Olivia Rueschhoff" userId="82a7b45e22aea8b7" providerId="LiveId" clId="{1D82A29E-1BAF-465F-A0D9-42D0CD05F926}" dt="2024-10-31T14:52:24.137" v="3264" actId="26606"/>
          <ac:spMkLst>
            <pc:docMk/>
            <pc:sldMk cId="4072101725" sldId="318"/>
            <ac:spMk id="11" creationId="{5782F1C1-4BC5-54A0-B3EE-6F710B3D1A6A}"/>
          </ac:spMkLst>
        </pc:spChg>
        <pc:spChg chg="add del mod">
          <ac:chgData name="Olivia Rueschhoff" userId="82a7b45e22aea8b7" providerId="LiveId" clId="{1D82A29E-1BAF-465F-A0D9-42D0CD05F926}" dt="2024-10-31T14:52:19.023" v="3263" actId="478"/>
          <ac:spMkLst>
            <pc:docMk/>
            <pc:sldMk cId="4072101725" sldId="318"/>
            <ac:spMk id="3079" creationId="{FA2B7C31-2381-87A6-5F5F-FFBD108F9680}"/>
          </ac:spMkLst>
        </pc:spChg>
        <pc:picChg chg="add mod">
          <ac:chgData name="Olivia Rueschhoff" userId="82a7b45e22aea8b7" providerId="LiveId" clId="{1D82A29E-1BAF-465F-A0D9-42D0CD05F926}" dt="2024-11-08T19:05:00.116" v="5035" actId="1076"/>
          <ac:picMkLst>
            <pc:docMk/>
            <pc:sldMk cId="4072101725" sldId="318"/>
            <ac:picMk id="6" creationId="{20C460A5-724F-5F09-D8BF-688EB74F954F}"/>
          </ac:picMkLst>
        </pc:picChg>
        <pc:picChg chg="del">
          <ac:chgData name="Olivia Rueschhoff" userId="82a7b45e22aea8b7" providerId="LiveId" clId="{1D82A29E-1BAF-465F-A0D9-42D0CD05F926}" dt="2024-10-31T14:50:40.707" v="3138" actId="478"/>
          <ac:picMkLst>
            <pc:docMk/>
            <pc:sldMk cId="4072101725" sldId="318"/>
            <ac:picMk id="7" creationId="{C570EB79-053B-0283-9D2D-6266701EEDDD}"/>
          </ac:picMkLst>
        </pc:picChg>
        <pc:picChg chg="add mod">
          <ac:chgData name="Olivia Rueschhoff" userId="82a7b45e22aea8b7" providerId="LiveId" clId="{1D82A29E-1BAF-465F-A0D9-42D0CD05F926}" dt="2024-10-31T15:19:21.335" v="4380" actId="1076"/>
          <ac:picMkLst>
            <pc:docMk/>
            <pc:sldMk cId="4072101725" sldId="318"/>
            <ac:picMk id="3074" creationId="{1905681B-B0FC-09F2-BA86-9EA2EA3D919A}"/>
          </ac:picMkLst>
        </pc:picChg>
      </pc:sldChg>
      <pc:sldChg chg="addSp delSp modSp mod modClrScheme chgLayout">
        <pc:chgData name="Olivia Rueschhoff" userId="82a7b45e22aea8b7" providerId="LiveId" clId="{1D82A29E-1BAF-465F-A0D9-42D0CD05F926}" dt="2024-10-31T15:08:04.727" v="4034" actId="478"/>
        <pc:sldMkLst>
          <pc:docMk/>
          <pc:sldMk cId="3969996159" sldId="319"/>
        </pc:sldMkLst>
        <pc:spChg chg="mod ord">
          <ac:chgData name="Olivia Rueschhoff" userId="82a7b45e22aea8b7" providerId="LiveId" clId="{1D82A29E-1BAF-465F-A0D9-42D0CD05F926}" dt="2024-10-31T15:00:39.314" v="3617" actId="26606"/>
          <ac:spMkLst>
            <pc:docMk/>
            <pc:sldMk cId="3969996159" sldId="319"/>
            <ac:spMk id="2" creationId="{A913EEC9-16E3-6C86-97D0-A7EC7EA09CDA}"/>
          </ac:spMkLst>
        </pc:spChg>
        <pc:spChg chg="del">
          <ac:chgData name="Olivia Rueschhoff" userId="82a7b45e22aea8b7" providerId="LiveId" clId="{1D82A29E-1BAF-465F-A0D9-42D0CD05F926}" dt="2024-10-31T14:52:32.567" v="3266" actId="478"/>
          <ac:spMkLst>
            <pc:docMk/>
            <pc:sldMk cId="3969996159" sldId="319"/>
            <ac:spMk id="4" creationId="{97DCC342-9FD1-7055-EAAC-008DC851B13F}"/>
          </ac:spMkLst>
        </pc:spChg>
        <pc:spChg chg="mod">
          <ac:chgData name="Olivia Rueschhoff" userId="82a7b45e22aea8b7" providerId="LiveId" clId="{1D82A29E-1BAF-465F-A0D9-42D0CD05F926}" dt="2024-10-31T15:00:39.314" v="3617" actId="26606"/>
          <ac:spMkLst>
            <pc:docMk/>
            <pc:sldMk cId="3969996159" sldId="319"/>
            <ac:spMk id="5" creationId="{2136FCF6-982C-CC37-9625-3EBFC7E7DD13}"/>
          </ac:spMkLst>
        </pc:spChg>
        <pc:spChg chg="add del mod">
          <ac:chgData name="Olivia Rueschhoff" userId="82a7b45e22aea8b7" providerId="LiveId" clId="{1D82A29E-1BAF-465F-A0D9-42D0CD05F926}" dt="2024-10-31T14:54:03.760" v="3550"/>
          <ac:spMkLst>
            <pc:docMk/>
            <pc:sldMk cId="3969996159" sldId="319"/>
            <ac:spMk id="7" creationId="{1185C1F4-BED7-B209-7877-022D8E7C75A7}"/>
          </ac:spMkLst>
        </pc:spChg>
        <pc:spChg chg="add mod ord">
          <ac:chgData name="Olivia Rueschhoff" userId="82a7b45e22aea8b7" providerId="LiveId" clId="{1D82A29E-1BAF-465F-A0D9-42D0CD05F926}" dt="2024-10-31T15:01:25.588" v="3628" actId="27636"/>
          <ac:spMkLst>
            <pc:docMk/>
            <pc:sldMk cId="3969996159" sldId="319"/>
            <ac:spMk id="9" creationId="{B8103A10-15C9-6664-A4A5-2EF1CCB8993C}"/>
          </ac:spMkLst>
        </pc:spChg>
        <pc:spChg chg="add del mod">
          <ac:chgData name="Olivia Rueschhoff" userId="82a7b45e22aea8b7" providerId="LiveId" clId="{1D82A29E-1BAF-465F-A0D9-42D0CD05F926}" dt="2024-10-31T15:08:04.727" v="4034" actId="478"/>
          <ac:spMkLst>
            <pc:docMk/>
            <pc:sldMk cId="3969996159" sldId="319"/>
            <ac:spMk id="11" creationId="{8A3C753B-7CC2-9C22-4C5F-7DD2ACE479E3}"/>
          </ac:spMkLst>
        </pc:spChg>
        <pc:graphicFrameChg chg="del">
          <ac:chgData name="Olivia Rueschhoff" userId="82a7b45e22aea8b7" providerId="LiveId" clId="{1D82A29E-1BAF-465F-A0D9-42D0CD05F926}" dt="2024-10-31T14:52:29.644" v="3265" actId="478"/>
          <ac:graphicFrameMkLst>
            <pc:docMk/>
            <pc:sldMk cId="3969996159" sldId="319"/>
            <ac:graphicFrameMk id="6" creationId="{4DB3991E-0605-C20E-53AD-D64E13638DA5}"/>
          </ac:graphicFrameMkLst>
        </pc:graphicFrameChg>
        <pc:picChg chg="add mod">
          <ac:chgData name="Olivia Rueschhoff" userId="82a7b45e22aea8b7" providerId="LiveId" clId="{1D82A29E-1BAF-465F-A0D9-42D0CD05F926}" dt="2024-10-31T15:01:02.878" v="3621" actId="26606"/>
          <ac:picMkLst>
            <pc:docMk/>
            <pc:sldMk cId="3969996159" sldId="319"/>
            <ac:picMk id="4098" creationId="{FC08DB70-2A57-DC60-C653-0DF963DA1ABE}"/>
          </ac:picMkLst>
        </pc:picChg>
      </pc:sldChg>
      <pc:sldChg chg="addSp delSp modSp mod modClrScheme chgLayout">
        <pc:chgData name="Olivia Rueschhoff" userId="82a7b45e22aea8b7" providerId="LiveId" clId="{1D82A29E-1BAF-465F-A0D9-42D0CD05F926}" dt="2024-10-31T15:05:05.613" v="3965" actId="26606"/>
        <pc:sldMkLst>
          <pc:docMk/>
          <pc:sldMk cId="2498021601" sldId="321"/>
        </pc:sldMkLst>
        <pc:spChg chg="mod">
          <ac:chgData name="Olivia Rueschhoff" userId="82a7b45e22aea8b7" providerId="LiveId" clId="{1D82A29E-1BAF-465F-A0D9-42D0CD05F926}" dt="2024-10-31T15:05:05.613" v="3965" actId="26606"/>
          <ac:spMkLst>
            <pc:docMk/>
            <pc:sldMk cId="2498021601" sldId="321"/>
            <ac:spMk id="2" creationId="{1DCFAD14-1AAA-8CDA-A49B-523FD6C66F35}"/>
          </ac:spMkLst>
        </pc:spChg>
        <pc:spChg chg="mod">
          <ac:chgData name="Olivia Rueschhoff" userId="82a7b45e22aea8b7" providerId="LiveId" clId="{1D82A29E-1BAF-465F-A0D9-42D0CD05F926}" dt="2024-10-31T15:05:05.613" v="3965" actId="26606"/>
          <ac:spMkLst>
            <pc:docMk/>
            <pc:sldMk cId="2498021601" sldId="321"/>
            <ac:spMk id="3" creationId="{38D62608-F5E4-7EC0-5EF0-4F988DDDEC5B}"/>
          </ac:spMkLst>
        </pc:spChg>
        <pc:spChg chg="add del mod">
          <ac:chgData name="Olivia Rueschhoff" userId="82a7b45e22aea8b7" providerId="LiveId" clId="{1D82A29E-1BAF-465F-A0D9-42D0CD05F926}" dt="2024-10-31T15:01:49.441" v="3640" actId="478"/>
          <ac:spMkLst>
            <pc:docMk/>
            <pc:sldMk cId="2498021601" sldId="321"/>
            <ac:spMk id="5" creationId="{2A94691A-D74C-0A1A-0825-9CB045832B4F}"/>
          </ac:spMkLst>
        </pc:spChg>
        <pc:spChg chg="del mod">
          <ac:chgData name="Olivia Rueschhoff" userId="82a7b45e22aea8b7" providerId="LiveId" clId="{1D82A29E-1BAF-465F-A0D9-42D0CD05F926}" dt="2024-10-31T15:05:05.613" v="3965" actId="26606"/>
          <ac:spMkLst>
            <pc:docMk/>
            <pc:sldMk cId="2498021601" sldId="321"/>
            <ac:spMk id="12" creationId="{288BD9B8-D6A6-D55A-830D-4D3CC2DC3933}"/>
          </ac:spMkLst>
        </pc:spChg>
        <pc:spChg chg="del">
          <ac:chgData name="Olivia Rueschhoff" userId="82a7b45e22aea8b7" providerId="LiveId" clId="{1D82A29E-1BAF-465F-A0D9-42D0CD05F926}" dt="2024-10-31T15:01:45.511" v="3639" actId="478"/>
          <ac:spMkLst>
            <pc:docMk/>
            <pc:sldMk cId="2498021601" sldId="321"/>
            <ac:spMk id="13" creationId="{0853098E-C088-D323-4BF2-987893F262F6}"/>
          </ac:spMkLst>
        </pc:spChg>
        <pc:graphicFrameChg chg="add mod">
          <ac:chgData name="Olivia Rueschhoff" userId="82a7b45e22aea8b7" providerId="LiveId" clId="{1D82A29E-1BAF-465F-A0D9-42D0CD05F926}" dt="2024-10-31T15:05:05.613" v="3965" actId="26606"/>
          <ac:graphicFrameMkLst>
            <pc:docMk/>
            <pc:sldMk cId="2498021601" sldId="321"/>
            <ac:graphicFrameMk id="14" creationId="{0D9F6A06-1E28-06F9-BF66-904ECDA0E79F}"/>
          </ac:graphicFrameMkLst>
        </pc:graphicFrameChg>
      </pc:sldChg>
      <pc:sldChg chg="addSp delSp modSp mod modClrScheme chgLayout">
        <pc:chgData name="Olivia Rueschhoff" userId="82a7b45e22aea8b7" providerId="LiveId" clId="{1D82A29E-1BAF-465F-A0D9-42D0CD05F926}" dt="2024-10-31T15:19:13.148" v="4379" actId="20577"/>
        <pc:sldMkLst>
          <pc:docMk/>
          <pc:sldMk cId="1686213229" sldId="322"/>
        </pc:sldMkLst>
        <pc:spChg chg="mod">
          <ac:chgData name="Olivia Rueschhoff" userId="82a7b45e22aea8b7" providerId="LiveId" clId="{1D82A29E-1BAF-465F-A0D9-42D0CD05F926}" dt="2024-10-31T15:18:34.038" v="4358" actId="1076"/>
          <ac:spMkLst>
            <pc:docMk/>
            <pc:sldMk cId="1686213229" sldId="322"/>
            <ac:spMk id="2" creationId="{4730A324-0737-F0DA-1F7D-10CBE06D7C3F}"/>
          </ac:spMkLst>
        </pc:spChg>
        <pc:spChg chg="mod ord">
          <ac:chgData name="Olivia Rueschhoff" userId="82a7b45e22aea8b7" providerId="LiveId" clId="{1D82A29E-1BAF-465F-A0D9-42D0CD05F926}" dt="2024-10-31T15:07:11.999" v="4022" actId="26606"/>
          <ac:spMkLst>
            <pc:docMk/>
            <pc:sldMk cId="1686213229" sldId="322"/>
            <ac:spMk id="3" creationId="{AC21286A-7B29-3B58-1636-0F45723890AB}"/>
          </ac:spMkLst>
        </pc:spChg>
        <pc:spChg chg="add del mod">
          <ac:chgData name="Olivia Rueschhoff" userId="82a7b45e22aea8b7" providerId="LiveId" clId="{1D82A29E-1BAF-465F-A0D9-42D0CD05F926}" dt="2024-10-31T15:06:00.200" v="3967" actId="22"/>
          <ac:spMkLst>
            <pc:docMk/>
            <pc:sldMk cId="1686213229" sldId="322"/>
            <ac:spMk id="6" creationId="{806D1DB5-539C-CF7A-F035-F15098B02D9F}"/>
          </ac:spMkLst>
        </pc:spChg>
        <pc:spChg chg="add mod">
          <ac:chgData name="Olivia Rueschhoff" userId="82a7b45e22aea8b7" providerId="LiveId" clId="{1D82A29E-1BAF-465F-A0D9-42D0CD05F926}" dt="2024-10-31T15:19:13.148" v="4379" actId="20577"/>
          <ac:spMkLst>
            <pc:docMk/>
            <pc:sldMk cId="1686213229" sldId="322"/>
            <ac:spMk id="10" creationId="{0FBD9C12-3392-58EF-59CD-1DF14D3EA1FE}"/>
          </ac:spMkLst>
        </pc:spChg>
        <pc:spChg chg="add del mod">
          <ac:chgData name="Olivia Rueschhoff" userId="82a7b45e22aea8b7" providerId="LiveId" clId="{1D82A29E-1BAF-465F-A0D9-42D0CD05F926}" dt="2024-10-31T15:06:51.817" v="4017" actId="26606"/>
          <ac:spMkLst>
            <pc:docMk/>
            <pc:sldMk cId="1686213229" sldId="322"/>
            <ac:spMk id="5127" creationId="{70B8BCE1-0FF4-EA8E-5908-EFF6B77D4D58}"/>
          </ac:spMkLst>
        </pc:spChg>
        <pc:spChg chg="add del">
          <ac:chgData name="Olivia Rueschhoff" userId="82a7b45e22aea8b7" providerId="LiveId" clId="{1D82A29E-1BAF-465F-A0D9-42D0CD05F926}" dt="2024-10-31T15:07:11.999" v="4022" actId="26606"/>
          <ac:spMkLst>
            <pc:docMk/>
            <pc:sldMk cId="1686213229" sldId="322"/>
            <ac:spMk id="5132" creationId="{B2FD5A73-010F-E41B-C055-728D93831978}"/>
          </ac:spMkLst>
        </pc:spChg>
        <pc:spChg chg="add del">
          <ac:chgData name="Olivia Rueschhoff" userId="82a7b45e22aea8b7" providerId="LiveId" clId="{1D82A29E-1BAF-465F-A0D9-42D0CD05F926}" dt="2024-10-31T15:07:09.566" v="4019" actId="26606"/>
          <ac:spMkLst>
            <pc:docMk/>
            <pc:sldMk cId="1686213229" sldId="322"/>
            <ac:spMk id="5137" creationId="{59D6087A-48C1-B96E-D5DC-A0736FF1CC5A}"/>
          </ac:spMkLst>
        </pc:spChg>
        <pc:graphicFrameChg chg="del">
          <ac:chgData name="Olivia Rueschhoff" userId="82a7b45e22aea8b7" providerId="LiveId" clId="{1D82A29E-1BAF-465F-A0D9-42D0CD05F926}" dt="2024-10-31T15:05:16.620" v="3966" actId="478"/>
          <ac:graphicFrameMkLst>
            <pc:docMk/>
            <pc:sldMk cId="1686213229" sldId="322"/>
            <ac:graphicFrameMk id="5" creationId="{AC0C7FF8-9CAF-6C67-C1E5-AF40401D0B3D}"/>
          </ac:graphicFrameMkLst>
        </pc:graphicFrameChg>
        <pc:picChg chg="add mod ord">
          <ac:chgData name="Olivia Rueschhoff" userId="82a7b45e22aea8b7" providerId="LiveId" clId="{1D82A29E-1BAF-465F-A0D9-42D0CD05F926}" dt="2024-10-31T15:18:59.137" v="4375" actId="1035"/>
          <ac:picMkLst>
            <pc:docMk/>
            <pc:sldMk cId="1686213229" sldId="322"/>
            <ac:picMk id="8" creationId="{9B5A0BFA-8E6F-DFF7-62A0-2DC491A7DB7B}"/>
          </ac:picMkLst>
        </pc:picChg>
        <pc:picChg chg="add mod ord">
          <ac:chgData name="Olivia Rueschhoff" userId="82a7b45e22aea8b7" providerId="LiveId" clId="{1D82A29E-1BAF-465F-A0D9-42D0CD05F926}" dt="2024-10-31T15:18:59.137" v="4375" actId="1035"/>
          <ac:picMkLst>
            <pc:docMk/>
            <pc:sldMk cId="1686213229" sldId="322"/>
            <ac:picMk id="5122" creationId="{03B5402F-3928-2A40-BF9A-1156FBE3C7D1}"/>
          </ac:picMkLst>
        </pc:picChg>
      </pc:sldChg>
      <pc:sldChg chg="addSp delSp modSp new mod">
        <pc:chgData name="Olivia Rueschhoff" userId="82a7b45e22aea8b7" providerId="LiveId" clId="{1D82A29E-1BAF-465F-A0D9-42D0CD05F926}" dt="2024-10-31T15:22:48.104" v="4461" actId="20577"/>
        <pc:sldMkLst>
          <pc:docMk/>
          <pc:sldMk cId="1277097128" sldId="323"/>
        </pc:sldMkLst>
        <pc:spChg chg="mod">
          <ac:chgData name="Olivia Rueschhoff" userId="82a7b45e22aea8b7" providerId="LiveId" clId="{1D82A29E-1BAF-465F-A0D9-42D0CD05F926}" dt="2024-10-31T15:22:48.104" v="4461" actId="20577"/>
          <ac:spMkLst>
            <pc:docMk/>
            <pc:sldMk cId="1277097128" sldId="323"/>
            <ac:spMk id="2" creationId="{A09F35E7-8917-EB73-72EF-1FB37BDF761E}"/>
          </ac:spMkLst>
        </pc:spChg>
        <pc:spChg chg="del">
          <ac:chgData name="Olivia Rueschhoff" userId="82a7b45e22aea8b7" providerId="LiveId" clId="{1D82A29E-1BAF-465F-A0D9-42D0CD05F926}" dt="2024-10-31T15:12:59.127" v="4225" actId="478"/>
          <ac:spMkLst>
            <pc:docMk/>
            <pc:sldMk cId="1277097128" sldId="323"/>
            <ac:spMk id="3" creationId="{C64D0BB9-A2E7-B880-551E-EC4BFF427CC0}"/>
          </ac:spMkLst>
        </pc:spChg>
        <pc:spChg chg="add mod">
          <ac:chgData name="Olivia Rueschhoff" userId="82a7b45e22aea8b7" providerId="LiveId" clId="{1D82A29E-1BAF-465F-A0D9-42D0CD05F926}" dt="2024-10-31T15:17:36.892" v="4317" actId="1076"/>
          <ac:spMkLst>
            <pc:docMk/>
            <pc:sldMk cId="1277097128" sldId="323"/>
            <ac:spMk id="11" creationId="{5D4E75BA-5796-C759-99EA-5BEA3A79F8EB}"/>
          </ac:spMkLst>
        </pc:spChg>
        <pc:spChg chg="add mod">
          <ac:chgData name="Olivia Rueschhoff" userId="82a7b45e22aea8b7" providerId="LiveId" clId="{1D82A29E-1BAF-465F-A0D9-42D0CD05F926}" dt="2024-10-31T15:17:59.123" v="4325" actId="1076"/>
          <ac:spMkLst>
            <pc:docMk/>
            <pc:sldMk cId="1277097128" sldId="323"/>
            <ac:spMk id="12" creationId="{A9741083-AF78-A430-15A0-28538D7AEAE6}"/>
          </ac:spMkLst>
        </pc:spChg>
        <pc:spChg chg="add mod">
          <ac:chgData name="Olivia Rueschhoff" userId="82a7b45e22aea8b7" providerId="LiveId" clId="{1D82A29E-1BAF-465F-A0D9-42D0CD05F926}" dt="2024-10-31T15:17:50.558" v="4324" actId="20577"/>
          <ac:spMkLst>
            <pc:docMk/>
            <pc:sldMk cId="1277097128" sldId="323"/>
            <ac:spMk id="13" creationId="{B28C86C3-CFF2-BF04-C989-3A84807FBCA8}"/>
          </ac:spMkLst>
        </pc:spChg>
        <pc:picChg chg="add mod modCrop">
          <ac:chgData name="Olivia Rueschhoff" userId="82a7b45e22aea8b7" providerId="LiveId" clId="{1D82A29E-1BAF-465F-A0D9-42D0CD05F926}" dt="2024-10-31T15:17:27.598" v="4315" actId="1076"/>
          <ac:picMkLst>
            <pc:docMk/>
            <pc:sldMk cId="1277097128" sldId="323"/>
            <ac:picMk id="6" creationId="{A2684ADB-8357-C94A-C85E-CAA89B8C40AD}"/>
          </ac:picMkLst>
        </pc:picChg>
        <pc:picChg chg="add mod modCrop">
          <ac:chgData name="Olivia Rueschhoff" userId="82a7b45e22aea8b7" providerId="LiveId" clId="{1D82A29E-1BAF-465F-A0D9-42D0CD05F926}" dt="2024-10-31T15:17:19.607" v="4314" actId="1076"/>
          <ac:picMkLst>
            <pc:docMk/>
            <pc:sldMk cId="1277097128" sldId="323"/>
            <ac:picMk id="8" creationId="{A3AC85A8-A9AB-4125-7DA6-533A81022D66}"/>
          </ac:picMkLst>
        </pc:picChg>
        <pc:picChg chg="add mod modCrop">
          <ac:chgData name="Olivia Rueschhoff" userId="82a7b45e22aea8b7" providerId="LiveId" clId="{1D82A29E-1BAF-465F-A0D9-42D0CD05F926}" dt="2024-10-31T15:17:14.968" v="4313" actId="1076"/>
          <ac:picMkLst>
            <pc:docMk/>
            <pc:sldMk cId="1277097128" sldId="323"/>
            <ac:picMk id="10" creationId="{6B345A5F-DA35-0309-768E-858DAEBFA1D7}"/>
          </ac:picMkLst>
        </pc:picChg>
      </pc:sldChg>
      <pc:sldChg chg="addSp delSp modSp new mod modClrScheme chgLayout">
        <pc:chgData name="Olivia Rueschhoff" userId="82a7b45e22aea8b7" providerId="LiveId" clId="{1D82A29E-1BAF-465F-A0D9-42D0CD05F926}" dt="2024-10-31T15:34:23.580" v="4484" actId="1076"/>
        <pc:sldMkLst>
          <pc:docMk/>
          <pc:sldMk cId="2469243027" sldId="324"/>
        </pc:sldMkLst>
        <pc:spChg chg="mod">
          <ac:chgData name="Olivia Rueschhoff" userId="82a7b45e22aea8b7" providerId="LiveId" clId="{1D82A29E-1BAF-465F-A0D9-42D0CD05F926}" dt="2024-10-31T15:25:29.486" v="4465" actId="1076"/>
          <ac:spMkLst>
            <pc:docMk/>
            <pc:sldMk cId="2469243027" sldId="324"/>
            <ac:spMk id="2" creationId="{F5B93F8E-A052-AA55-E7D5-7E65456596E4}"/>
          </ac:spMkLst>
        </pc:spChg>
        <pc:spChg chg="add del mod">
          <ac:chgData name="Olivia Rueschhoff" userId="82a7b45e22aea8b7" providerId="LiveId" clId="{1D82A29E-1BAF-465F-A0D9-42D0CD05F926}" dt="2024-10-31T15:22:27.230" v="4440" actId="26606"/>
          <ac:spMkLst>
            <pc:docMk/>
            <pc:sldMk cId="2469243027" sldId="324"/>
            <ac:spMk id="3" creationId="{95CFB8FC-6A17-3C69-EE36-47A1CEE373F6}"/>
          </ac:spMkLst>
        </pc:spChg>
        <pc:spChg chg="mod">
          <ac:chgData name="Olivia Rueschhoff" userId="82a7b45e22aea8b7" providerId="LiveId" clId="{1D82A29E-1BAF-465F-A0D9-42D0CD05F926}" dt="2024-10-31T15:22:27.230" v="4440" actId="26606"/>
          <ac:spMkLst>
            <pc:docMk/>
            <pc:sldMk cId="2469243027" sldId="324"/>
            <ac:spMk id="4" creationId="{94373F4B-5009-9D2C-7B97-355F24FC2B28}"/>
          </ac:spMkLst>
        </pc:spChg>
        <pc:spChg chg="add mod">
          <ac:chgData name="Olivia Rueschhoff" userId="82a7b45e22aea8b7" providerId="LiveId" clId="{1D82A29E-1BAF-465F-A0D9-42D0CD05F926}" dt="2024-10-31T15:33:54.101" v="4476" actId="1076"/>
          <ac:spMkLst>
            <pc:docMk/>
            <pc:sldMk cId="2469243027" sldId="324"/>
            <ac:spMk id="5" creationId="{FEA068FE-CCB2-BB8A-38AB-9D640E819261}"/>
          </ac:spMkLst>
        </pc:spChg>
        <pc:spChg chg="add mod">
          <ac:chgData name="Olivia Rueschhoff" userId="82a7b45e22aea8b7" providerId="LiveId" clId="{1D82A29E-1BAF-465F-A0D9-42D0CD05F926}" dt="2024-10-31T15:34:23.580" v="4484" actId="1076"/>
          <ac:spMkLst>
            <pc:docMk/>
            <pc:sldMk cId="2469243027" sldId="324"/>
            <ac:spMk id="7" creationId="{518B856F-592D-E34A-432A-F6CB3E122530}"/>
          </ac:spMkLst>
        </pc:spChg>
        <pc:spChg chg="add del mod">
          <ac:chgData name="Olivia Rueschhoff" userId="82a7b45e22aea8b7" providerId="LiveId" clId="{1D82A29E-1BAF-465F-A0D9-42D0CD05F926}" dt="2024-10-31T15:22:27.199" v="4439" actId="26606"/>
          <ac:spMkLst>
            <pc:docMk/>
            <pc:sldMk cId="2469243027" sldId="324"/>
            <ac:spMk id="10" creationId="{50BA77C6-AAA6-CC32-A294-AE8B8857A3BE}"/>
          </ac:spMkLst>
        </pc:spChg>
        <pc:graphicFrameChg chg="add del mod">
          <ac:chgData name="Olivia Rueschhoff" userId="82a7b45e22aea8b7" providerId="LiveId" clId="{1D82A29E-1BAF-465F-A0D9-42D0CD05F926}" dt="2024-10-31T15:22:27.199" v="4439" actId="26606"/>
          <ac:graphicFrameMkLst>
            <pc:docMk/>
            <pc:sldMk cId="2469243027" sldId="324"/>
            <ac:graphicFrameMk id="6" creationId="{615B214C-69AA-C238-064D-6DA0972EB519}"/>
          </ac:graphicFrameMkLst>
        </pc:graphicFrameChg>
        <pc:graphicFrameChg chg="add mod">
          <ac:chgData name="Olivia Rueschhoff" userId="82a7b45e22aea8b7" providerId="LiveId" clId="{1D82A29E-1BAF-465F-A0D9-42D0CD05F926}" dt="2024-10-31T15:34:13.904" v="4483"/>
          <ac:graphicFrameMkLst>
            <pc:docMk/>
            <pc:sldMk cId="2469243027" sldId="324"/>
            <ac:graphicFrameMk id="12" creationId="{ACDACF8E-D718-9175-E6E0-75E6A1A07316}"/>
          </ac:graphicFrameMkLst>
        </pc:graphicFrameChg>
      </pc:sldChg>
      <pc:sldChg chg="addSp delSp modSp new mod">
        <pc:chgData name="Olivia Rueschhoff" userId="82a7b45e22aea8b7" providerId="LiveId" clId="{1D82A29E-1BAF-465F-A0D9-42D0CD05F926}" dt="2024-10-31T15:46:29.173" v="5006" actId="1076"/>
        <pc:sldMkLst>
          <pc:docMk/>
          <pc:sldMk cId="3063528530" sldId="325"/>
        </pc:sldMkLst>
        <pc:spChg chg="mod">
          <ac:chgData name="Olivia Rueschhoff" userId="82a7b45e22aea8b7" providerId="LiveId" clId="{1D82A29E-1BAF-465F-A0D9-42D0CD05F926}" dt="2024-10-31T15:36:10.619" v="4533" actId="122"/>
          <ac:spMkLst>
            <pc:docMk/>
            <pc:sldMk cId="3063528530" sldId="325"/>
            <ac:spMk id="2" creationId="{926806B6-246E-EBE1-9D65-BD7992B4DD5E}"/>
          </ac:spMkLst>
        </pc:spChg>
        <pc:spChg chg="del">
          <ac:chgData name="Olivia Rueschhoff" userId="82a7b45e22aea8b7" providerId="LiveId" clId="{1D82A29E-1BAF-465F-A0D9-42D0CD05F926}" dt="2024-10-31T15:35:29.078" v="4532" actId="22"/>
          <ac:spMkLst>
            <pc:docMk/>
            <pc:sldMk cId="3063528530" sldId="325"/>
            <ac:spMk id="3" creationId="{0A3800E6-50E7-89D7-E967-885959BE14CA}"/>
          </ac:spMkLst>
        </pc:spChg>
        <pc:picChg chg="add mod ord">
          <ac:chgData name="Olivia Rueschhoff" userId="82a7b45e22aea8b7" providerId="LiveId" clId="{1D82A29E-1BAF-465F-A0D9-42D0CD05F926}" dt="2024-10-31T15:46:29.173" v="5006" actId="1076"/>
          <ac:picMkLst>
            <pc:docMk/>
            <pc:sldMk cId="3063528530" sldId="325"/>
            <ac:picMk id="6" creationId="{0A6C05AD-EACE-DB7C-1C3F-82810BCB1EB8}"/>
          </ac:picMkLst>
        </pc:picChg>
      </pc:sldChg>
      <pc:sldChg chg="modSp new mod">
        <pc:chgData name="Olivia Rueschhoff" userId="82a7b45e22aea8b7" providerId="LiveId" clId="{1D82A29E-1BAF-465F-A0D9-42D0CD05F926}" dt="2024-11-08T19:22:25.716" v="5323" actId="20577"/>
        <pc:sldMkLst>
          <pc:docMk/>
          <pc:sldMk cId="3169643228" sldId="326"/>
        </pc:sldMkLst>
        <pc:spChg chg="mod">
          <ac:chgData name="Olivia Rueschhoff" userId="82a7b45e22aea8b7" providerId="LiveId" clId="{1D82A29E-1BAF-465F-A0D9-42D0CD05F926}" dt="2024-10-31T15:46:17.447" v="5005" actId="1076"/>
          <ac:spMkLst>
            <pc:docMk/>
            <pc:sldMk cId="3169643228" sldId="326"/>
            <ac:spMk id="2" creationId="{079B0884-639F-9F9B-E469-CD18360D6BF2}"/>
          </ac:spMkLst>
        </pc:spChg>
        <pc:spChg chg="mod">
          <ac:chgData name="Olivia Rueschhoff" userId="82a7b45e22aea8b7" providerId="LiveId" clId="{1D82A29E-1BAF-465F-A0D9-42D0CD05F926}" dt="2024-11-08T19:22:25.716" v="5323" actId="20577"/>
          <ac:spMkLst>
            <pc:docMk/>
            <pc:sldMk cId="3169643228" sldId="326"/>
            <ac:spMk id="4" creationId="{D8824C53-5A9F-5396-474F-0A34DEFDF3AF}"/>
          </ac:spMkLst>
        </pc:spChg>
        <pc:spChg chg="mod">
          <ac:chgData name="Olivia Rueschhoff" userId="82a7b45e22aea8b7" providerId="LiveId" clId="{1D82A29E-1BAF-465F-A0D9-42D0CD05F926}" dt="2024-10-31T15:46:07.914" v="5003" actId="1076"/>
          <ac:spMkLst>
            <pc:docMk/>
            <pc:sldMk cId="3169643228" sldId="326"/>
            <ac:spMk id="5" creationId="{731869BF-5F78-42DD-E6AF-37866726790B}"/>
          </ac:spMkLst>
        </pc:spChg>
      </pc:sldChg>
      <pc:sldChg chg="addSp delSp modSp new mod modClrScheme chgLayout">
        <pc:chgData name="Olivia Rueschhoff" userId="82a7b45e22aea8b7" providerId="LiveId" clId="{1D82A29E-1BAF-465F-A0D9-42D0CD05F926}" dt="2024-11-15T17:53:09.896" v="7129" actId="1076"/>
        <pc:sldMkLst>
          <pc:docMk/>
          <pc:sldMk cId="2407485835" sldId="327"/>
        </pc:sldMkLst>
        <pc:spChg chg="mod">
          <ac:chgData name="Olivia Rueschhoff" userId="82a7b45e22aea8b7" providerId="LiveId" clId="{1D82A29E-1BAF-465F-A0D9-42D0CD05F926}" dt="2024-10-31T15:40:43.920" v="4845" actId="14100"/>
          <ac:spMkLst>
            <pc:docMk/>
            <pc:sldMk cId="2407485835" sldId="327"/>
            <ac:spMk id="2" creationId="{09BA2EA5-EC54-2414-4BD0-2F6879467163}"/>
          </ac:spMkLst>
        </pc:spChg>
        <pc:spChg chg="del">
          <ac:chgData name="Olivia Rueschhoff" userId="82a7b45e22aea8b7" providerId="LiveId" clId="{1D82A29E-1BAF-465F-A0D9-42D0CD05F926}" dt="2024-10-31T15:40:13.630" v="4836"/>
          <ac:spMkLst>
            <pc:docMk/>
            <pc:sldMk cId="2407485835" sldId="327"/>
            <ac:spMk id="3" creationId="{7FAF18C8-73ED-78AE-7029-D8117FDECEFD}"/>
          </ac:spMkLst>
        </pc:spChg>
        <pc:spChg chg="mod ord">
          <ac:chgData name="Olivia Rueschhoff" userId="82a7b45e22aea8b7" providerId="LiveId" clId="{1D82A29E-1BAF-465F-A0D9-42D0CD05F926}" dt="2024-10-31T15:40:29.450" v="4839" actId="26606"/>
          <ac:spMkLst>
            <pc:docMk/>
            <pc:sldMk cId="2407485835" sldId="327"/>
            <ac:spMk id="4" creationId="{91655B1B-A389-96D2-8FE8-30BFF99329A7}"/>
          </ac:spMkLst>
        </pc:spChg>
        <pc:spChg chg="add mod">
          <ac:chgData name="Olivia Rueschhoff" userId="82a7b45e22aea8b7" providerId="LiveId" clId="{1D82A29E-1BAF-465F-A0D9-42D0CD05F926}" dt="2024-10-31T15:44:32.919" v="4955" actId="1076"/>
          <ac:spMkLst>
            <pc:docMk/>
            <pc:sldMk cId="2407485835" sldId="327"/>
            <ac:spMk id="5" creationId="{EB521F87-FF94-3104-12F9-B4BFEC9D58E4}"/>
          </ac:spMkLst>
        </pc:spChg>
        <pc:spChg chg="add del mod">
          <ac:chgData name="Olivia Rueschhoff" userId="82a7b45e22aea8b7" providerId="LiveId" clId="{1D82A29E-1BAF-465F-A0D9-42D0CD05F926}" dt="2024-11-15T17:53:04.540" v="7127" actId="478"/>
          <ac:spMkLst>
            <pc:docMk/>
            <pc:sldMk cId="2407485835" sldId="327"/>
            <ac:spMk id="6" creationId="{0124D89E-36FB-B901-94DB-BDBD06142BD3}"/>
          </ac:spMkLst>
        </pc:spChg>
        <pc:spChg chg="add del mod">
          <ac:chgData name="Olivia Rueschhoff" userId="82a7b45e22aea8b7" providerId="LiveId" clId="{1D82A29E-1BAF-465F-A0D9-42D0CD05F926}" dt="2024-10-31T15:40:29.450" v="4839" actId="26606"/>
          <ac:spMkLst>
            <pc:docMk/>
            <pc:sldMk cId="2407485835" sldId="327"/>
            <ac:spMk id="6151" creationId="{C6AF4B79-7B32-1BDA-8E53-675A65DC75EB}"/>
          </ac:spMkLst>
        </pc:spChg>
        <pc:spChg chg="add mod">
          <ac:chgData name="Olivia Rueschhoff" userId="82a7b45e22aea8b7" providerId="LiveId" clId="{1D82A29E-1BAF-465F-A0D9-42D0CD05F926}" dt="2024-10-31T15:45:10.685" v="4959" actId="2710"/>
          <ac:spMkLst>
            <pc:docMk/>
            <pc:sldMk cId="2407485835" sldId="327"/>
            <ac:spMk id="6153" creationId="{16B92A9D-44D7-F013-00E9-A573D1C2D164}"/>
          </ac:spMkLst>
        </pc:spChg>
        <pc:picChg chg="add mod">
          <ac:chgData name="Olivia Rueschhoff" userId="82a7b45e22aea8b7" providerId="LiveId" clId="{1D82A29E-1BAF-465F-A0D9-42D0CD05F926}" dt="2024-11-15T17:53:09.896" v="7129" actId="1076"/>
          <ac:picMkLst>
            <pc:docMk/>
            <pc:sldMk cId="2407485835" sldId="327"/>
            <ac:picMk id="3074" creationId="{20487254-F98E-4136-9847-F80E5CFC736E}"/>
          </ac:picMkLst>
        </pc:picChg>
        <pc:picChg chg="add del mod">
          <ac:chgData name="Olivia Rueschhoff" userId="82a7b45e22aea8b7" providerId="LiveId" clId="{1D82A29E-1BAF-465F-A0D9-42D0CD05F926}" dt="2024-11-15T17:52:59.964" v="7124" actId="478"/>
          <ac:picMkLst>
            <pc:docMk/>
            <pc:sldMk cId="2407485835" sldId="327"/>
            <ac:picMk id="6146" creationId="{26135890-0C11-805F-9A03-9E79E77A73FC}"/>
          </ac:picMkLst>
        </pc:picChg>
      </pc:sldChg>
      <pc:sldChg chg="modSp new mod">
        <pc:chgData name="Olivia Rueschhoff" userId="82a7b45e22aea8b7" providerId="LiveId" clId="{1D82A29E-1BAF-465F-A0D9-42D0CD05F926}" dt="2024-10-31T15:42:56.537" v="4916" actId="27636"/>
        <pc:sldMkLst>
          <pc:docMk/>
          <pc:sldMk cId="283075547" sldId="328"/>
        </pc:sldMkLst>
        <pc:spChg chg="mod">
          <ac:chgData name="Olivia Rueschhoff" userId="82a7b45e22aea8b7" providerId="LiveId" clId="{1D82A29E-1BAF-465F-A0D9-42D0CD05F926}" dt="2024-10-31T15:42:36.836" v="4911" actId="1035"/>
          <ac:spMkLst>
            <pc:docMk/>
            <pc:sldMk cId="283075547" sldId="328"/>
            <ac:spMk id="2" creationId="{C6508860-DB95-1C65-FE7F-0765C76AED28}"/>
          </ac:spMkLst>
        </pc:spChg>
        <pc:spChg chg="mod">
          <ac:chgData name="Olivia Rueschhoff" userId="82a7b45e22aea8b7" providerId="LiveId" clId="{1D82A29E-1BAF-465F-A0D9-42D0CD05F926}" dt="2024-10-31T15:42:56.537" v="4916" actId="27636"/>
          <ac:spMkLst>
            <pc:docMk/>
            <pc:sldMk cId="283075547" sldId="328"/>
            <ac:spMk id="3" creationId="{C2187574-571A-1617-6B1A-91EF5B343269}"/>
          </ac:spMkLst>
        </pc:spChg>
      </pc:sldChg>
      <pc:sldChg chg="modSp mod">
        <pc:chgData name="Olivia Rueschhoff" userId="82a7b45e22aea8b7" providerId="LiveId" clId="{1D82A29E-1BAF-465F-A0D9-42D0CD05F926}" dt="2024-11-08T19:21:56.013" v="5286" actId="20577"/>
        <pc:sldMkLst>
          <pc:docMk/>
          <pc:sldMk cId="1672671420" sldId="331"/>
        </pc:sldMkLst>
        <pc:spChg chg="mod">
          <ac:chgData name="Olivia Rueschhoff" userId="82a7b45e22aea8b7" providerId="LiveId" clId="{1D82A29E-1BAF-465F-A0D9-42D0CD05F926}" dt="2024-11-08T19:21:56.013" v="5286" actId="20577"/>
          <ac:spMkLst>
            <pc:docMk/>
            <pc:sldMk cId="1672671420" sldId="331"/>
            <ac:spMk id="3" creationId="{29296215-1561-45E7-8D1E-4974EA1222B0}"/>
          </ac:spMkLst>
        </pc:spChg>
      </pc:sldChg>
      <pc:sldChg chg="addSp delSp modSp mod modClrScheme chgLayout">
        <pc:chgData name="Olivia Rueschhoff" userId="82a7b45e22aea8b7" providerId="LiveId" clId="{1D82A29E-1BAF-465F-A0D9-42D0CD05F926}" dt="2024-11-15T17:50:21.147" v="7119" actId="1076"/>
        <pc:sldMkLst>
          <pc:docMk/>
          <pc:sldMk cId="3809447914" sldId="332"/>
        </pc:sldMkLst>
        <pc:spChg chg="mod">
          <ac:chgData name="Olivia Rueschhoff" userId="82a7b45e22aea8b7" providerId="LiveId" clId="{1D82A29E-1BAF-465F-A0D9-42D0CD05F926}" dt="2024-11-08T19:05:39.891" v="5042" actId="26606"/>
          <ac:spMkLst>
            <pc:docMk/>
            <pc:sldMk cId="3809447914" sldId="332"/>
            <ac:spMk id="2" creationId="{39F8E62D-0224-4888-9F74-6F56932A8B4E}"/>
          </ac:spMkLst>
        </pc:spChg>
        <pc:spChg chg="del">
          <ac:chgData name="Olivia Rueschhoff" userId="82a7b45e22aea8b7" providerId="LiveId" clId="{1D82A29E-1BAF-465F-A0D9-42D0CD05F926}" dt="2024-11-08T19:05:28.202" v="5036"/>
          <ac:spMkLst>
            <pc:docMk/>
            <pc:sldMk cId="3809447914" sldId="332"/>
            <ac:spMk id="3" creationId="{9667F1BE-E795-4EF3-8FD8-8BCD1610A97B}"/>
          </ac:spMkLst>
        </pc:spChg>
        <pc:spChg chg="add mod">
          <ac:chgData name="Olivia Rueschhoff" userId="82a7b45e22aea8b7" providerId="LiveId" clId="{1D82A29E-1BAF-465F-A0D9-42D0CD05F926}" dt="2024-11-08T19:20:11.513" v="5244" actId="14100"/>
          <ac:spMkLst>
            <pc:docMk/>
            <pc:sldMk cId="3809447914" sldId="332"/>
            <ac:spMk id="4" creationId="{0243C793-95A7-3D0D-28BE-4BC8574EADF3}"/>
          </ac:spMkLst>
        </pc:spChg>
        <pc:spChg chg="mod ord">
          <ac:chgData name="Olivia Rueschhoff" userId="82a7b45e22aea8b7" providerId="LiveId" clId="{1D82A29E-1BAF-465F-A0D9-42D0CD05F926}" dt="2024-11-08T19:05:39.891" v="5042" actId="26606"/>
          <ac:spMkLst>
            <pc:docMk/>
            <pc:sldMk cId="3809447914" sldId="332"/>
            <ac:spMk id="5" creationId="{823CDB3D-1120-477E-80A8-887B18DD51EE}"/>
          </ac:spMkLst>
        </pc:spChg>
        <pc:spChg chg="add del mod">
          <ac:chgData name="Olivia Rueschhoff" userId="82a7b45e22aea8b7" providerId="LiveId" clId="{1D82A29E-1BAF-465F-A0D9-42D0CD05F926}" dt="2024-11-15T17:47:25.895" v="7107" actId="478"/>
          <ac:spMkLst>
            <pc:docMk/>
            <pc:sldMk cId="3809447914" sldId="332"/>
            <ac:spMk id="6" creationId="{B1634CD3-E2F0-F923-A809-3A16EF6A159F}"/>
          </ac:spMkLst>
        </pc:spChg>
        <pc:spChg chg="mod ord">
          <ac:chgData name="Olivia Rueschhoff" userId="82a7b45e22aea8b7" providerId="LiveId" clId="{1D82A29E-1BAF-465F-A0D9-42D0CD05F926}" dt="2024-11-15T17:47:36.454" v="7110" actId="14100"/>
          <ac:spMkLst>
            <pc:docMk/>
            <pc:sldMk cId="3809447914" sldId="332"/>
            <ac:spMk id="7" creationId="{0E279061-4F71-45CC-AD86-B8396733DE2A}"/>
          </ac:spMkLst>
        </pc:spChg>
        <pc:picChg chg="add del mod">
          <ac:chgData name="Olivia Rueschhoff" userId="82a7b45e22aea8b7" providerId="LiveId" clId="{1D82A29E-1BAF-465F-A0D9-42D0CD05F926}" dt="2024-11-15T17:50:17.274" v="7117" actId="478"/>
          <ac:picMkLst>
            <pc:docMk/>
            <pc:sldMk cId="3809447914" sldId="332"/>
            <ac:picMk id="8" creationId="{E7C49731-138F-FE14-C657-1F8FBA38778C}"/>
          </ac:picMkLst>
        </pc:picChg>
        <pc:picChg chg="add del mod">
          <ac:chgData name="Olivia Rueschhoff" userId="82a7b45e22aea8b7" providerId="LiveId" clId="{1D82A29E-1BAF-465F-A0D9-42D0CD05F926}" dt="2024-11-15T17:47:18.046" v="7103" actId="478"/>
          <ac:picMkLst>
            <pc:docMk/>
            <pc:sldMk cId="3809447914" sldId="332"/>
            <ac:picMk id="1026" creationId="{8129A929-ED02-80DF-1F72-7E76DFF66FC7}"/>
          </ac:picMkLst>
        </pc:picChg>
        <pc:picChg chg="add mod">
          <ac:chgData name="Olivia Rueschhoff" userId="82a7b45e22aea8b7" providerId="LiveId" clId="{1D82A29E-1BAF-465F-A0D9-42D0CD05F926}" dt="2024-11-15T17:50:21.147" v="7119" actId="1076"/>
          <ac:picMkLst>
            <pc:docMk/>
            <pc:sldMk cId="3809447914" sldId="332"/>
            <ac:picMk id="1028" creationId="{3F92E078-59B0-5AEB-FDEE-74313E74D298}"/>
          </ac:picMkLst>
        </pc:picChg>
      </pc:sldChg>
      <pc:sldChg chg="addSp delSp modSp mod">
        <pc:chgData name="Olivia Rueschhoff" userId="82a7b45e22aea8b7" providerId="LiveId" clId="{1D82A29E-1BAF-465F-A0D9-42D0CD05F926}" dt="2024-11-08T19:28:25.941" v="5369" actId="1076"/>
        <pc:sldMkLst>
          <pc:docMk/>
          <pc:sldMk cId="1547364421" sldId="333"/>
        </pc:sldMkLst>
        <pc:spChg chg="mod">
          <ac:chgData name="Olivia Rueschhoff" userId="82a7b45e22aea8b7" providerId="LiveId" clId="{1D82A29E-1BAF-465F-A0D9-42D0CD05F926}" dt="2024-11-08T19:27:51.317" v="5363" actId="255"/>
          <ac:spMkLst>
            <pc:docMk/>
            <pc:sldMk cId="1547364421" sldId="333"/>
            <ac:spMk id="4" creationId="{10868822-2448-43A7-A132-B094C7FB1C7B}"/>
          </ac:spMkLst>
        </pc:spChg>
        <pc:spChg chg="add del">
          <ac:chgData name="Olivia Rueschhoff" userId="82a7b45e22aea8b7" providerId="LiveId" clId="{1D82A29E-1BAF-465F-A0D9-42D0CD05F926}" dt="2024-11-08T19:26:20.562" v="5346" actId="22"/>
          <ac:spMkLst>
            <pc:docMk/>
            <pc:sldMk cId="1547364421" sldId="333"/>
            <ac:spMk id="5" creationId="{4624ADB6-61FA-4DE3-B672-0371A1C98CA5}"/>
          </ac:spMkLst>
        </pc:spChg>
        <pc:spChg chg="add mod">
          <ac:chgData name="Olivia Rueschhoff" userId="82a7b45e22aea8b7" providerId="LiveId" clId="{1D82A29E-1BAF-465F-A0D9-42D0CD05F926}" dt="2024-11-08T19:26:01.855" v="5345"/>
          <ac:spMkLst>
            <pc:docMk/>
            <pc:sldMk cId="1547364421" sldId="333"/>
            <ac:spMk id="6" creationId="{79B50F3A-A59A-BF11-3C01-74C8304D6842}"/>
          </ac:spMkLst>
        </pc:spChg>
        <pc:spChg chg="add mod">
          <ac:chgData name="Olivia Rueschhoff" userId="82a7b45e22aea8b7" providerId="LiveId" clId="{1D82A29E-1BAF-465F-A0D9-42D0CD05F926}" dt="2024-11-08T19:28:16.115" v="5366" actId="14100"/>
          <ac:spMkLst>
            <pc:docMk/>
            <pc:sldMk cId="1547364421" sldId="333"/>
            <ac:spMk id="9" creationId="{604EAA60-E365-6BA2-41BB-CAAB16E97F35}"/>
          </ac:spMkLst>
        </pc:spChg>
        <pc:spChg chg="add mod">
          <ac:chgData name="Olivia Rueschhoff" userId="82a7b45e22aea8b7" providerId="LiveId" clId="{1D82A29E-1BAF-465F-A0D9-42D0CD05F926}" dt="2024-11-08T19:28:25.941" v="5369" actId="1076"/>
          <ac:spMkLst>
            <pc:docMk/>
            <pc:sldMk cId="1547364421" sldId="333"/>
            <ac:spMk id="10" creationId="{F7E5D6AC-DFF5-5052-5CD7-91DA92A7D891}"/>
          </ac:spMkLst>
        </pc:spChg>
        <pc:picChg chg="add mod ord">
          <ac:chgData name="Olivia Rueschhoff" userId="82a7b45e22aea8b7" providerId="LiveId" clId="{1D82A29E-1BAF-465F-A0D9-42D0CD05F926}" dt="2024-11-08T19:26:35.409" v="5351" actId="1076"/>
          <ac:picMkLst>
            <pc:docMk/>
            <pc:sldMk cId="1547364421" sldId="333"/>
            <ac:picMk id="8" creationId="{50F6E128-B8AD-FA3D-9D36-B9FCAE5766E8}"/>
          </ac:picMkLst>
        </pc:picChg>
      </pc:sldChg>
      <pc:sldChg chg="addSp delSp modSp mod">
        <pc:chgData name="Olivia Rueschhoff" userId="82a7b45e22aea8b7" providerId="LiveId" clId="{1D82A29E-1BAF-465F-A0D9-42D0CD05F926}" dt="2024-11-15T17:55:05.001" v="7140" actId="2085"/>
        <pc:sldMkLst>
          <pc:docMk/>
          <pc:sldMk cId="2478355628" sldId="334"/>
        </pc:sldMkLst>
        <pc:spChg chg="mod">
          <ac:chgData name="Olivia Rueschhoff" userId="82a7b45e22aea8b7" providerId="LiveId" clId="{1D82A29E-1BAF-465F-A0D9-42D0CD05F926}" dt="2024-11-08T19:33:42.580" v="5986" actId="20577"/>
          <ac:spMkLst>
            <pc:docMk/>
            <pc:sldMk cId="2478355628" sldId="334"/>
            <ac:spMk id="3" creationId="{5D3A84FA-AF9E-4F89-AE9A-1900961CE9FA}"/>
          </ac:spMkLst>
        </pc:spChg>
        <pc:spChg chg="del">
          <ac:chgData name="Olivia Rueschhoff" userId="82a7b45e22aea8b7" providerId="LiveId" clId="{1D82A29E-1BAF-465F-A0D9-42D0CD05F926}" dt="2024-11-08T19:31:58.290" v="5930"/>
          <ac:spMkLst>
            <pc:docMk/>
            <pc:sldMk cId="2478355628" sldId="334"/>
            <ac:spMk id="4" creationId="{5B16FF4D-F8EB-40BE-892F-B2E6D2BE4AED}"/>
          </ac:spMkLst>
        </pc:spChg>
        <pc:spChg chg="add del mod">
          <ac:chgData name="Olivia Rueschhoff" userId="82a7b45e22aea8b7" providerId="LiveId" clId="{1D82A29E-1BAF-465F-A0D9-42D0CD05F926}" dt="2024-11-15T17:54:39.614" v="7136" actId="478"/>
          <ac:spMkLst>
            <pc:docMk/>
            <pc:sldMk cId="2478355628" sldId="334"/>
            <ac:spMk id="4" creationId="{EB4A9A94-6133-568E-1277-DEFF2CCEBE8E}"/>
          </ac:spMkLst>
        </pc:spChg>
        <pc:spChg chg="add mod">
          <ac:chgData name="Olivia Rueschhoff" userId="82a7b45e22aea8b7" providerId="LiveId" clId="{1D82A29E-1BAF-465F-A0D9-42D0CD05F926}" dt="2024-11-08T19:33:24.446" v="5982" actId="20577"/>
          <ac:spMkLst>
            <pc:docMk/>
            <pc:sldMk cId="2478355628" sldId="334"/>
            <ac:spMk id="6" creationId="{42C09F1D-1E42-6FF1-F462-5DBD83F1F4D3}"/>
          </ac:spMkLst>
        </pc:spChg>
        <pc:spChg chg="add mod">
          <ac:chgData name="Olivia Rueschhoff" userId="82a7b45e22aea8b7" providerId="LiveId" clId="{1D82A29E-1BAF-465F-A0D9-42D0CD05F926}" dt="2024-11-15T17:55:05.001" v="7140" actId="2085"/>
          <ac:spMkLst>
            <pc:docMk/>
            <pc:sldMk cId="2478355628" sldId="334"/>
            <ac:spMk id="7" creationId="{C26538B4-7016-D5F8-8ECC-D31C9309E02A}"/>
          </ac:spMkLst>
        </pc:spChg>
        <pc:picChg chg="add del mod">
          <ac:chgData name="Olivia Rueschhoff" userId="82a7b45e22aea8b7" providerId="LiveId" clId="{1D82A29E-1BAF-465F-A0D9-42D0CD05F926}" dt="2024-11-15T17:54:26.198" v="7130" actId="478"/>
          <ac:picMkLst>
            <pc:docMk/>
            <pc:sldMk cId="2478355628" sldId="334"/>
            <ac:picMk id="3074" creationId="{1CA17445-7437-85E4-31AD-7A8214A51D7C}"/>
          </ac:picMkLst>
        </pc:picChg>
        <pc:picChg chg="add mod">
          <ac:chgData name="Olivia Rueschhoff" userId="82a7b45e22aea8b7" providerId="LiveId" clId="{1D82A29E-1BAF-465F-A0D9-42D0CD05F926}" dt="2024-11-15T17:54:37.651" v="7135" actId="1076"/>
          <ac:picMkLst>
            <pc:docMk/>
            <pc:sldMk cId="2478355628" sldId="334"/>
            <ac:picMk id="4098" creationId="{86EE5CB6-013A-D26D-90EF-51E27168355B}"/>
          </ac:picMkLst>
        </pc:picChg>
      </pc:sldChg>
      <pc:sldChg chg="addSp delSp modSp new mod modClrScheme chgLayout">
        <pc:chgData name="Olivia Rueschhoff" userId="82a7b45e22aea8b7" providerId="LiveId" clId="{1D82A29E-1BAF-465F-A0D9-42D0CD05F926}" dt="2024-11-15T17:55:35.968" v="7147" actId="1076"/>
        <pc:sldMkLst>
          <pc:docMk/>
          <pc:sldMk cId="3601690492" sldId="335"/>
        </pc:sldMkLst>
        <pc:spChg chg="mod">
          <ac:chgData name="Olivia Rueschhoff" userId="82a7b45e22aea8b7" providerId="LiveId" clId="{1D82A29E-1BAF-465F-A0D9-42D0CD05F926}" dt="2024-11-08T19:36:02.362" v="6066" actId="1036"/>
          <ac:spMkLst>
            <pc:docMk/>
            <pc:sldMk cId="3601690492" sldId="335"/>
            <ac:spMk id="2" creationId="{8A924290-9AA3-FFE4-532F-2431282F6DA7}"/>
          </ac:spMkLst>
        </pc:spChg>
        <pc:spChg chg="add del mod">
          <ac:chgData name="Olivia Rueschhoff" userId="82a7b45e22aea8b7" providerId="LiveId" clId="{1D82A29E-1BAF-465F-A0D9-42D0CD05F926}" dt="2024-11-15T17:48:11.055" v="7116" actId="478"/>
          <ac:spMkLst>
            <pc:docMk/>
            <pc:sldMk cId="3601690492" sldId="335"/>
            <ac:spMk id="3" creationId="{836796E1-0BDA-DF99-51B4-EC0FD25242DE}"/>
          </ac:spMkLst>
        </pc:spChg>
        <pc:spChg chg="del">
          <ac:chgData name="Olivia Rueschhoff" userId="82a7b45e22aea8b7" providerId="LiveId" clId="{1D82A29E-1BAF-465F-A0D9-42D0CD05F926}" dt="2024-11-08T19:34:35.966" v="6025"/>
          <ac:spMkLst>
            <pc:docMk/>
            <pc:sldMk cId="3601690492" sldId="335"/>
            <ac:spMk id="3" creationId="{DC11BB7A-EF38-413D-F1FC-B2D61D8A7023}"/>
          </ac:spMkLst>
        </pc:spChg>
        <pc:spChg chg="add mod">
          <ac:chgData name="Olivia Rueschhoff" userId="82a7b45e22aea8b7" providerId="LiveId" clId="{1D82A29E-1BAF-465F-A0D9-42D0CD05F926}" dt="2024-11-15T17:55:35.968" v="7147" actId="1076"/>
          <ac:spMkLst>
            <pc:docMk/>
            <pc:sldMk cId="3601690492" sldId="335"/>
            <ac:spMk id="4" creationId="{02CD6A12-82B8-BF0F-73B5-040E9074FA14}"/>
          </ac:spMkLst>
        </pc:spChg>
        <pc:spChg chg="del">
          <ac:chgData name="Olivia Rueschhoff" userId="82a7b45e22aea8b7" providerId="LiveId" clId="{1D82A29E-1BAF-465F-A0D9-42D0CD05F926}" dt="2024-11-08T19:34:15.544" v="6024"/>
          <ac:spMkLst>
            <pc:docMk/>
            <pc:sldMk cId="3601690492" sldId="335"/>
            <ac:spMk id="4" creationId="{D6F50DCD-EC66-A504-4F7D-EAB45BEB9B5D}"/>
          </ac:spMkLst>
        </pc:spChg>
        <pc:spChg chg="mod">
          <ac:chgData name="Olivia Rueschhoff" userId="82a7b45e22aea8b7" providerId="LiveId" clId="{1D82A29E-1BAF-465F-A0D9-42D0CD05F926}" dt="2024-11-08T19:34:46.063" v="6026" actId="26606"/>
          <ac:spMkLst>
            <pc:docMk/>
            <pc:sldMk cId="3601690492" sldId="335"/>
            <ac:spMk id="5" creationId="{1A1D84E5-D499-8320-7038-007CBEACB9F9}"/>
          </ac:spMkLst>
        </pc:spChg>
        <pc:spChg chg="add del mod">
          <ac:chgData name="Olivia Rueschhoff" userId="82a7b45e22aea8b7" providerId="LiveId" clId="{1D82A29E-1BAF-465F-A0D9-42D0CD05F926}" dt="2024-11-08T19:46:17.816" v="6834" actId="1582"/>
          <ac:spMkLst>
            <pc:docMk/>
            <pc:sldMk cId="3601690492" sldId="335"/>
            <ac:spMk id="8" creationId="{06E1A30F-44F0-ECD1-F4BA-32E7CEA360C1}"/>
          </ac:spMkLst>
        </pc:spChg>
        <pc:spChg chg="add mod">
          <ac:chgData name="Olivia Rueschhoff" userId="82a7b45e22aea8b7" providerId="LiveId" clId="{1D82A29E-1BAF-465F-A0D9-42D0CD05F926}" dt="2024-11-08T19:40:14.212" v="6431" actId="478"/>
          <ac:spMkLst>
            <pc:docMk/>
            <pc:sldMk cId="3601690492" sldId="335"/>
            <ac:spMk id="9" creationId="{400DB3AA-3EB7-CA00-92B8-C62B25E6E192}"/>
          </ac:spMkLst>
        </pc:spChg>
        <pc:spChg chg="add del mod">
          <ac:chgData name="Olivia Rueschhoff" userId="82a7b45e22aea8b7" providerId="LiveId" clId="{1D82A29E-1BAF-465F-A0D9-42D0CD05F926}" dt="2024-11-08T19:40:22.236" v="6435" actId="478"/>
          <ac:spMkLst>
            <pc:docMk/>
            <pc:sldMk cId="3601690492" sldId="335"/>
            <ac:spMk id="11" creationId="{072A22B0-C355-6330-3933-16F0FA2633D8}"/>
          </ac:spMkLst>
        </pc:spChg>
        <pc:spChg chg="add mod">
          <ac:chgData name="Olivia Rueschhoff" userId="82a7b45e22aea8b7" providerId="LiveId" clId="{1D82A29E-1BAF-465F-A0D9-42D0CD05F926}" dt="2024-11-08T19:42:22.434" v="6458" actId="207"/>
          <ac:spMkLst>
            <pc:docMk/>
            <pc:sldMk cId="3601690492" sldId="335"/>
            <ac:spMk id="12" creationId="{75491645-28D4-ACC0-D9C6-5FB0185979AF}"/>
          </ac:spMkLst>
        </pc:spChg>
        <pc:picChg chg="add del mod ord modCrop">
          <ac:chgData name="Olivia Rueschhoff" userId="82a7b45e22aea8b7" providerId="LiveId" clId="{1D82A29E-1BAF-465F-A0D9-42D0CD05F926}" dt="2024-11-08T19:40:17.632" v="6433" actId="478"/>
          <ac:picMkLst>
            <pc:docMk/>
            <pc:sldMk cId="3601690492" sldId="335"/>
            <ac:picMk id="6" creationId="{31FFE85A-DF9A-714B-E10E-20D749EDEDF2}"/>
          </ac:picMkLst>
        </pc:picChg>
        <pc:picChg chg="add del mod">
          <ac:chgData name="Olivia Rueschhoff" userId="82a7b45e22aea8b7" providerId="LiveId" clId="{1D82A29E-1BAF-465F-A0D9-42D0CD05F926}" dt="2024-11-15T17:48:05.441" v="7114" actId="478"/>
          <ac:picMkLst>
            <pc:docMk/>
            <pc:sldMk cId="3601690492" sldId="335"/>
            <ac:picMk id="7" creationId="{787AC8CB-C0CC-6A42-C062-D51233CAA8B1}"/>
          </ac:picMkLst>
        </pc:picChg>
        <pc:picChg chg="add del mod">
          <ac:chgData name="Olivia Rueschhoff" userId="82a7b45e22aea8b7" providerId="LiveId" clId="{1D82A29E-1BAF-465F-A0D9-42D0CD05F926}" dt="2024-11-15T17:50:27.317" v="7120" actId="478"/>
          <ac:picMkLst>
            <pc:docMk/>
            <pc:sldMk cId="3601690492" sldId="335"/>
            <ac:picMk id="2050" creationId="{DF7DA946-9FC7-F076-B54C-B089153939B8}"/>
          </ac:picMkLst>
        </pc:picChg>
        <pc:picChg chg="add mod">
          <ac:chgData name="Olivia Rueschhoff" userId="82a7b45e22aea8b7" providerId="LiveId" clId="{1D82A29E-1BAF-465F-A0D9-42D0CD05F926}" dt="2024-11-15T17:50:40.003" v="7123" actId="1076"/>
          <ac:picMkLst>
            <pc:docMk/>
            <pc:sldMk cId="3601690492" sldId="335"/>
            <ac:picMk id="2052" creationId="{676C19CA-8E19-717D-269B-DE5BDD7F9403}"/>
          </ac:picMkLst>
        </pc:picChg>
        <pc:picChg chg="add mod">
          <ac:chgData name="Olivia Rueschhoff" userId="82a7b45e22aea8b7" providerId="LiveId" clId="{1D82A29E-1BAF-465F-A0D9-42D0CD05F926}" dt="2024-11-15T17:55:25.928" v="7145" actId="1076"/>
          <ac:picMkLst>
            <pc:docMk/>
            <pc:sldMk cId="3601690492" sldId="335"/>
            <ac:picMk id="2054" creationId="{D0F519FC-E8E4-22F0-83D3-F1C5B7C7915D}"/>
          </ac:picMkLst>
        </pc:picChg>
        <pc:picChg chg="add del mod">
          <ac:chgData name="Olivia Rueschhoff" userId="82a7b45e22aea8b7" providerId="LiveId" clId="{1D82A29E-1BAF-465F-A0D9-42D0CD05F926}" dt="2024-11-08T19:41:04.933" v="6447" actId="478"/>
          <ac:picMkLst>
            <pc:docMk/>
            <pc:sldMk cId="3601690492" sldId="335"/>
            <ac:picMk id="4098" creationId="{721E66E5-68EA-CB58-53A0-380EE0C5477A}"/>
          </ac:picMkLst>
        </pc:picChg>
        <pc:picChg chg="add del mod">
          <ac:chgData name="Olivia Rueschhoff" userId="82a7b45e22aea8b7" providerId="LiveId" clId="{1D82A29E-1BAF-465F-A0D9-42D0CD05F926}" dt="2024-11-08T19:41:02.171" v="6446" actId="478"/>
          <ac:picMkLst>
            <pc:docMk/>
            <pc:sldMk cId="3601690492" sldId="335"/>
            <ac:picMk id="4100" creationId="{A04323CC-B7D8-0B4D-8F9C-0C26699A36A2}"/>
          </ac:picMkLst>
        </pc:picChg>
        <pc:picChg chg="add del mod">
          <ac:chgData name="Olivia Rueschhoff" userId="82a7b45e22aea8b7" providerId="LiveId" clId="{1D82A29E-1BAF-465F-A0D9-42D0CD05F926}" dt="2024-11-15T17:55:16.030" v="7141" actId="478"/>
          <ac:picMkLst>
            <pc:docMk/>
            <pc:sldMk cId="3601690492" sldId="335"/>
            <ac:picMk id="4102" creationId="{71492458-7275-57F9-655F-BB4B2DC4CFA0}"/>
          </ac:picMkLst>
        </pc:picChg>
      </pc:sldChg>
      <pc:sldChg chg="modSp new mod">
        <pc:chgData name="Olivia Rueschhoff" userId="82a7b45e22aea8b7" providerId="LiveId" clId="{1D82A29E-1BAF-465F-A0D9-42D0CD05F926}" dt="2024-11-08T19:47:55.159" v="6884" actId="20577"/>
        <pc:sldMkLst>
          <pc:docMk/>
          <pc:sldMk cId="3545317219" sldId="336"/>
        </pc:sldMkLst>
        <pc:spChg chg="mod">
          <ac:chgData name="Olivia Rueschhoff" userId="82a7b45e22aea8b7" providerId="LiveId" clId="{1D82A29E-1BAF-465F-A0D9-42D0CD05F926}" dt="2024-11-08T19:47:55.159" v="6884" actId="20577"/>
          <ac:spMkLst>
            <pc:docMk/>
            <pc:sldMk cId="3545317219" sldId="336"/>
            <ac:spMk id="2" creationId="{2FDF1576-CDE3-7583-D27C-5760666AE593}"/>
          </ac:spMkLst>
        </pc:spChg>
      </pc:sldChg>
      <pc:sldChg chg="addSp modSp new mod">
        <pc:chgData name="Olivia Rueschhoff" userId="82a7b45e22aea8b7" providerId="LiveId" clId="{1D82A29E-1BAF-465F-A0D9-42D0CD05F926}" dt="2024-11-08T19:49:32.243" v="6949"/>
        <pc:sldMkLst>
          <pc:docMk/>
          <pc:sldMk cId="2190423430" sldId="337"/>
        </pc:sldMkLst>
        <pc:spChg chg="mod">
          <ac:chgData name="Olivia Rueschhoff" userId="82a7b45e22aea8b7" providerId="LiveId" clId="{1D82A29E-1BAF-465F-A0D9-42D0CD05F926}" dt="2024-11-08T19:48:23.936" v="6947" actId="20577"/>
          <ac:spMkLst>
            <pc:docMk/>
            <pc:sldMk cId="2190423430" sldId="337"/>
            <ac:spMk id="2" creationId="{73E46AB5-8736-C7CA-D830-5E16663A27FF}"/>
          </ac:spMkLst>
        </pc:spChg>
        <pc:picChg chg="add">
          <ac:chgData name="Olivia Rueschhoff" userId="82a7b45e22aea8b7" providerId="LiveId" clId="{1D82A29E-1BAF-465F-A0D9-42D0CD05F926}" dt="2024-11-08T19:48:58.568" v="6948" actId="22"/>
          <ac:picMkLst>
            <pc:docMk/>
            <pc:sldMk cId="2190423430" sldId="337"/>
            <ac:picMk id="6" creationId="{53E1059C-2CF8-F8A5-3C45-BB16EFF8ECCF}"/>
          </ac:picMkLst>
        </pc:picChg>
        <pc:picChg chg="add">
          <ac:chgData name="Olivia Rueschhoff" userId="82a7b45e22aea8b7" providerId="LiveId" clId="{1D82A29E-1BAF-465F-A0D9-42D0CD05F926}" dt="2024-11-08T19:49:32.243" v="6949"/>
          <ac:picMkLst>
            <pc:docMk/>
            <pc:sldMk cId="2190423430" sldId="337"/>
            <ac:picMk id="5122" creationId="{69C4B068-7531-B51C-0651-0D3BB2ED34E1}"/>
          </ac:picMkLst>
        </pc:picChg>
      </pc:sldChg>
      <pc:sldChg chg="addSp new mod">
        <pc:chgData name="Olivia Rueschhoff" userId="82a7b45e22aea8b7" providerId="LiveId" clId="{1D82A29E-1BAF-465F-A0D9-42D0CD05F926}" dt="2024-11-08T19:50:08.429" v="6952"/>
        <pc:sldMkLst>
          <pc:docMk/>
          <pc:sldMk cId="1218028474" sldId="338"/>
        </pc:sldMkLst>
        <pc:picChg chg="add">
          <ac:chgData name="Olivia Rueschhoff" userId="82a7b45e22aea8b7" providerId="LiveId" clId="{1D82A29E-1BAF-465F-A0D9-42D0CD05F926}" dt="2024-11-08T19:49:55.149" v="6951" actId="22"/>
          <ac:picMkLst>
            <pc:docMk/>
            <pc:sldMk cId="1218028474" sldId="338"/>
            <ac:picMk id="5" creationId="{B95714B6-9FE9-ADDD-C48E-9CFBE9DB3B06}"/>
          </ac:picMkLst>
        </pc:picChg>
        <pc:picChg chg="add">
          <ac:chgData name="Olivia Rueschhoff" userId="82a7b45e22aea8b7" providerId="LiveId" clId="{1D82A29E-1BAF-465F-A0D9-42D0CD05F926}" dt="2024-11-08T19:50:08.429" v="6952"/>
          <ac:picMkLst>
            <pc:docMk/>
            <pc:sldMk cId="1218028474" sldId="338"/>
            <ac:picMk id="6146" creationId="{FD4A20A3-2325-7AF0-7910-4A7022BCE7E1}"/>
          </ac:picMkLst>
        </pc:picChg>
      </pc:sldChg>
      <pc:sldChg chg="addSp delSp modSp mod">
        <pc:chgData name="Olivia Rueschhoff" userId="82a7b45e22aea8b7" providerId="LiveId" clId="{1D82A29E-1BAF-465F-A0D9-42D0CD05F926}" dt="2024-11-15T17:56:25.259" v="7152" actId="478"/>
        <pc:sldMkLst>
          <pc:docMk/>
          <pc:sldMk cId="501764762" sldId="339"/>
        </pc:sldMkLst>
        <pc:spChg chg="add del mod">
          <ac:chgData name="Olivia Rueschhoff" userId="82a7b45e22aea8b7" providerId="LiveId" clId="{1D82A29E-1BAF-465F-A0D9-42D0CD05F926}" dt="2024-11-15T17:56:25.259" v="7152" actId="478"/>
          <ac:spMkLst>
            <pc:docMk/>
            <pc:sldMk cId="501764762" sldId="339"/>
            <ac:spMk id="3" creationId="{719CD113-4AE9-6CCC-15C0-DD6C3283BDC5}"/>
          </ac:spMkLst>
        </pc:spChg>
        <pc:picChg chg="del">
          <ac:chgData name="Olivia Rueschhoff" userId="82a7b45e22aea8b7" providerId="LiveId" clId="{1D82A29E-1BAF-465F-A0D9-42D0CD05F926}" dt="2024-11-15T17:56:17.061" v="7148" actId="478"/>
          <ac:picMkLst>
            <pc:docMk/>
            <pc:sldMk cId="501764762" sldId="339"/>
            <ac:picMk id="7" creationId="{7F99D87F-70D1-442D-A4DB-B2380B69822B}"/>
          </ac:picMkLst>
        </pc:picChg>
        <pc:picChg chg="add mod">
          <ac:chgData name="Olivia Rueschhoff" userId="82a7b45e22aea8b7" providerId="LiveId" clId="{1D82A29E-1BAF-465F-A0D9-42D0CD05F926}" dt="2024-11-15T17:56:23.879" v="7151" actId="1076"/>
          <ac:picMkLst>
            <pc:docMk/>
            <pc:sldMk cId="501764762" sldId="339"/>
            <ac:picMk id="5122" creationId="{65F5EC19-92FB-84A5-61DD-930AB664E560}"/>
          </ac:picMkLst>
        </pc:picChg>
      </pc:sldChg>
      <pc:sldChg chg="modSp mod">
        <pc:chgData name="Olivia Rueschhoff" userId="82a7b45e22aea8b7" providerId="LiveId" clId="{1D82A29E-1BAF-465F-A0D9-42D0CD05F926}" dt="2024-11-15T17:56:39.092" v="7153" actId="20577"/>
        <pc:sldMkLst>
          <pc:docMk/>
          <pc:sldMk cId="1090578498" sldId="340"/>
        </pc:sldMkLst>
        <pc:spChg chg="mod">
          <ac:chgData name="Olivia Rueschhoff" userId="82a7b45e22aea8b7" providerId="LiveId" clId="{1D82A29E-1BAF-465F-A0D9-42D0CD05F926}" dt="2024-11-15T17:56:39.092" v="7153" actId="20577"/>
          <ac:spMkLst>
            <pc:docMk/>
            <pc:sldMk cId="1090578498" sldId="340"/>
            <ac:spMk id="3" creationId="{32DCFF5C-C67C-4402-8846-88E3DE96EDBB}"/>
          </ac:spMkLst>
        </pc:spChg>
      </pc:sldChg>
      <pc:sldChg chg="addSp delSp modSp">
        <pc:chgData name="Olivia Rueschhoff" userId="82a7b45e22aea8b7" providerId="LiveId" clId="{1D82A29E-1BAF-465F-A0D9-42D0CD05F926}" dt="2024-11-15T17:57:26.470" v="7158" actId="1076"/>
        <pc:sldMkLst>
          <pc:docMk/>
          <pc:sldMk cId="2247893941" sldId="341"/>
        </pc:sldMkLst>
        <pc:picChg chg="del">
          <ac:chgData name="Olivia Rueschhoff" userId="82a7b45e22aea8b7" providerId="LiveId" clId="{1D82A29E-1BAF-465F-A0D9-42D0CD05F926}" dt="2024-11-15T17:57:18.126" v="7154" actId="478"/>
          <ac:picMkLst>
            <pc:docMk/>
            <pc:sldMk cId="2247893941" sldId="341"/>
            <ac:picMk id="8" creationId="{A2EB5BF3-46FA-43F4-AA98-9C5BE237B2EE}"/>
          </ac:picMkLst>
        </pc:picChg>
        <pc:picChg chg="add mod">
          <ac:chgData name="Olivia Rueschhoff" userId="82a7b45e22aea8b7" providerId="LiveId" clId="{1D82A29E-1BAF-465F-A0D9-42D0CD05F926}" dt="2024-11-15T17:57:26.470" v="7158" actId="1076"/>
          <ac:picMkLst>
            <pc:docMk/>
            <pc:sldMk cId="2247893941" sldId="341"/>
            <ac:picMk id="6146" creationId="{489147AE-D11F-0FA6-AF9E-DC6AD039B652}"/>
          </ac:picMkLst>
        </pc:picChg>
      </pc:sldChg>
      <pc:sldChg chg="addSp delSp modSp mod">
        <pc:chgData name="Olivia Rueschhoff" userId="82a7b45e22aea8b7" providerId="LiveId" clId="{1D82A29E-1BAF-465F-A0D9-42D0CD05F926}" dt="2024-11-15T18:12:51.315" v="7810" actId="22"/>
        <pc:sldMkLst>
          <pc:docMk/>
          <pc:sldMk cId="2875097734" sldId="342"/>
        </pc:sldMkLst>
        <pc:spChg chg="mod">
          <ac:chgData name="Olivia Rueschhoff" userId="82a7b45e22aea8b7" providerId="LiveId" clId="{1D82A29E-1BAF-465F-A0D9-42D0CD05F926}" dt="2024-11-15T17:58:41.445" v="7241" actId="20577"/>
          <ac:spMkLst>
            <pc:docMk/>
            <pc:sldMk cId="2875097734" sldId="342"/>
            <ac:spMk id="3" creationId="{32DCFF5C-C67C-4402-8846-88E3DE96EDBB}"/>
          </ac:spMkLst>
        </pc:spChg>
        <pc:spChg chg="add del">
          <ac:chgData name="Olivia Rueschhoff" userId="82a7b45e22aea8b7" providerId="LiveId" clId="{1D82A29E-1BAF-465F-A0D9-42D0CD05F926}" dt="2024-11-15T18:12:51.315" v="7810" actId="22"/>
          <ac:spMkLst>
            <pc:docMk/>
            <pc:sldMk cId="2875097734" sldId="342"/>
            <ac:spMk id="6" creationId="{F471F36D-7692-60CE-FBAC-DBEB5343D5AF}"/>
          </ac:spMkLst>
        </pc:spChg>
      </pc:sldChg>
      <pc:sldChg chg="addSp delSp modSp new mod">
        <pc:chgData name="Olivia Rueschhoff" userId="82a7b45e22aea8b7" providerId="LiveId" clId="{1D82A29E-1BAF-465F-A0D9-42D0CD05F926}" dt="2024-11-15T18:02:50.695" v="7397" actId="14100"/>
        <pc:sldMkLst>
          <pc:docMk/>
          <pc:sldMk cId="452445351" sldId="346"/>
        </pc:sldMkLst>
        <pc:spChg chg="mod">
          <ac:chgData name="Olivia Rueschhoff" userId="82a7b45e22aea8b7" providerId="LiveId" clId="{1D82A29E-1BAF-465F-A0D9-42D0CD05F926}" dt="2024-11-15T18:02:18.828" v="7293" actId="1076"/>
          <ac:spMkLst>
            <pc:docMk/>
            <pc:sldMk cId="452445351" sldId="346"/>
            <ac:spMk id="2" creationId="{2618EE82-BFFF-F510-44B5-C6B1B19D2F75}"/>
          </ac:spMkLst>
        </pc:spChg>
        <pc:spChg chg="add del">
          <ac:chgData name="Olivia Rueschhoff" userId="82a7b45e22aea8b7" providerId="LiveId" clId="{1D82A29E-1BAF-465F-A0D9-42D0CD05F926}" dt="2024-11-15T17:59:43.674" v="7279" actId="22"/>
          <ac:spMkLst>
            <pc:docMk/>
            <pc:sldMk cId="452445351" sldId="346"/>
            <ac:spMk id="3" creationId="{957AF524-D565-3CE1-1FB3-D316C439320C}"/>
          </ac:spMkLst>
        </pc:spChg>
        <pc:spChg chg="add mod">
          <ac:chgData name="Olivia Rueschhoff" userId="82a7b45e22aea8b7" providerId="LiveId" clId="{1D82A29E-1BAF-465F-A0D9-42D0CD05F926}" dt="2024-11-15T17:59:30.853" v="7278"/>
          <ac:spMkLst>
            <pc:docMk/>
            <pc:sldMk cId="452445351" sldId="346"/>
            <ac:spMk id="5" creationId="{8F5FA83F-C953-8B6A-2CE2-809C122FACA5}"/>
          </ac:spMkLst>
        </pc:spChg>
        <pc:spChg chg="add del mod">
          <ac:chgData name="Olivia Rueschhoff" userId="82a7b45e22aea8b7" providerId="LiveId" clId="{1D82A29E-1BAF-465F-A0D9-42D0CD05F926}" dt="2024-11-15T18:00:48.177" v="7286" actId="22"/>
          <ac:spMkLst>
            <pc:docMk/>
            <pc:sldMk cId="452445351" sldId="346"/>
            <ac:spMk id="9" creationId="{2A807A87-D829-79A3-AC94-39779F69AE3F}"/>
          </ac:spMkLst>
        </pc:spChg>
        <pc:spChg chg="add mod">
          <ac:chgData name="Olivia Rueschhoff" userId="82a7b45e22aea8b7" providerId="LiveId" clId="{1D82A29E-1BAF-465F-A0D9-42D0CD05F926}" dt="2024-11-15T18:02:34.850" v="7298" actId="14100"/>
          <ac:spMkLst>
            <pc:docMk/>
            <pc:sldMk cId="452445351" sldId="346"/>
            <ac:spMk id="12" creationId="{62FFCD5E-5539-DAEA-25E4-671B24BEEE12}"/>
          </ac:spMkLst>
        </pc:spChg>
        <pc:spChg chg="add mod">
          <ac:chgData name="Olivia Rueschhoff" userId="82a7b45e22aea8b7" providerId="LiveId" clId="{1D82A29E-1BAF-465F-A0D9-42D0CD05F926}" dt="2024-11-15T18:02:50.695" v="7397" actId="14100"/>
          <ac:spMkLst>
            <pc:docMk/>
            <pc:sldMk cId="452445351" sldId="346"/>
            <ac:spMk id="13" creationId="{6C3DF472-C151-CD55-7AFC-0A92D497E6B5}"/>
          </ac:spMkLst>
        </pc:spChg>
        <pc:picChg chg="add del mod ord">
          <ac:chgData name="Olivia Rueschhoff" userId="82a7b45e22aea8b7" providerId="LiveId" clId="{1D82A29E-1BAF-465F-A0D9-42D0CD05F926}" dt="2024-11-15T18:00:37.214" v="7285" actId="478"/>
          <ac:picMkLst>
            <pc:docMk/>
            <pc:sldMk cId="452445351" sldId="346"/>
            <ac:picMk id="7" creationId="{3576518F-76A8-A374-6618-93A2421F3F9F}"/>
          </ac:picMkLst>
        </pc:picChg>
        <pc:picChg chg="add mod ord">
          <ac:chgData name="Olivia Rueschhoff" userId="82a7b45e22aea8b7" providerId="LiveId" clId="{1D82A29E-1BAF-465F-A0D9-42D0CD05F926}" dt="2024-11-15T18:02:39.399" v="7301" actId="1076"/>
          <ac:picMkLst>
            <pc:docMk/>
            <pc:sldMk cId="452445351" sldId="346"/>
            <ac:picMk id="11" creationId="{1062883A-94B7-0C2F-0F39-C8ACADDCFE90}"/>
          </ac:picMkLst>
        </pc:picChg>
        <pc:picChg chg="add del mod">
          <ac:chgData name="Olivia Rueschhoff" userId="82a7b45e22aea8b7" providerId="LiveId" clId="{1D82A29E-1BAF-465F-A0D9-42D0CD05F926}" dt="2024-11-15T18:00:06.650" v="7284" actId="478"/>
          <ac:picMkLst>
            <pc:docMk/>
            <pc:sldMk cId="452445351" sldId="346"/>
            <ac:picMk id="7171" creationId="{185DA283-367C-D042-FEF2-F97A7DE0F1E0}"/>
          </ac:picMkLst>
        </pc:picChg>
        <pc:picChg chg="add del">
          <ac:chgData name="Olivia Rueschhoff" userId="82a7b45e22aea8b7" providerId="LiveId" clId="{1D82A29E-1BAF-465F-A0D9-42D0CD05F926}" dt="2024-11-15T18:01:07.917" v="7289" actId="478"/>
          <ac:picMkLst>
            <pc:docMk/>
            <pc:sldMk cId="452445351" sldId="346"/>
            <ac:picMk id="7173" creationId="{0ED76E95-E9E9-A491-C7AC-EBDF28F1CC71}"/>
          </ac:picMkLst>
        </pc:picChg>
        <pc:picChg chg="add mod">
          <ac:chgData name="Olivia Rueschhoff" userId="82a7b45e22aea8b7" providerId="LiveId" clId="{1D82A29E-1BAF-465F-A0D9-42D0CD05F926}" dt="2024-11-15T18:02:22.524" v="7295" actId="1076"/>
          <ac:picMkLst>
            <pc:docMk/>
            <pc:sldMk cId="452445351" sldId="346"/>
            <ac:picMk id="7175" creationId="{AECB8177-B011-E5AD-678F-6043115AB46F}"/>
          </ac:picMkLst>
        </pc:picChg>
      </pc:sldChg>
      <pc:sldChg chg="modSp new mod">
        <pc:chgData name="Olivia Rueschhoff" userId="82a7b45e22aea8b7" providerId="LiveId" clId="{1D82A29E-1BAF-465F-A0D9-42D0CD05F926}" dt="2024-11-15T18:05:35.113" v="7808" actId="20577"/>
        <pc:sldMkLst>
          <pc:docMk/>
          <pc:sldMk cId="509019152" sldId="347"/>
        </pc:sldMkLst>
        <pc:spChg chg="mod">
          <ac:chgData name="Olivia Rueschhoff" userId="82a7b45e22aea8b7" providerId="LiveId" clId="{1D82A29E-1BAF-465F-A0D9-42D0CD05F926}" dt="2024-11-15T18:03:08.141" v="7412" actId="20577"/>
          <ac:spMkLst>
            <pc:docMk/>
            <pc:sldMk cId="509019152" sldId="347"/>
            <ac:spMk id="2" creationId="{AA03FAFE-EDC9-A817-535B-373382BD8BFC}"/>
          </ac:spMkLst>
        </pc:spChg>
        <pc:spChg chg="mod">
          <ac:chgData name="Olivia Rueschhoff" userId="82a7b45e22aea8b7" providerId="LiveId" clId="{1D82A29E-1BAF-465F-A0D9-42D0CD05F926}" dt="2024-11-15T18:05:35.113" v="7808" actId="20577"/>
          <ac:spMkLst>
            <pc:docMk/>
            <pc:sldMk cId="509019152" sldId="347"/>
            <ac:spMk id="3" creationId="{3F381C1F-B901-7EA0-5A46-42373F00CEB1}"/>
          </ac:spMkLst>
        </pc:spChg>
      </pc:sldChg>
      <pc:sldChg chg="modSp add mod">
        <pc:chgData name="Olivia Rueschhoff" userId="82a7b45e22aea8b7" providerId="LiveId" clId="{1D82A29E-1BAF-465F-A0D9-42D0CD05F926}" dt="2024-11-15T18:04:50.746" v="7689" actId="20577"/>
        <pc:sldMkLst>
          <pc:docMk/>
          <pc:sldMk cId="1337947914" sldId="348"/>
        </pc:sldMkLst>
        <pc:spChg chg="mod">
          <ac:chgData name="Olivia Rueschhoff" userId="82a7b45e22aea8b7" providerId="LiveId" clId="{1D82A29E-1BAF-465F-A0D9-42D0CD05F926}" dt="2024-11-15T18:04:50.746" v="7689" actId="20577"/>
          <ac:spMkLst>
            <pc:docMk/>
            <pc:sldMk cId="1337947914" sldId="348"/>
            <ac:spMk id="2" creationId="{740734DB-898E-88C1-07B2-695844D64034}"/>
          </ac:spMkLst>
        </pc:spChg>
      </pc:sldChg>
      <pc:sldChg chg="modSp add mod">
        <pc:chgData name="Olivia Rueschhoff" userId="82a7b45e22aea8b7" providerId="LiveId" clId="{1D82A29E-1BAF-465F-A0D9-42D0CD05F926}" dt="2024-11-15T18:13:02.108" v="7830" actId="20577"/>
        <pc:sldMkLst>
          <pc:docMk/>
          <pc:sldMk cId="954470793" sldId="349"/>
        </pc:sldMkLst>
        <pc:spChg chg="mod">
          <ac:chgData name="Olivia Rueschhoff" userId="82a7b45e22aea8b7" providerId="LiveId" clId="{1D82A29E-1BAF-465F-A0D9-42D0CD05F926}" dt="2024-11-15T18:13:02.108" v="7830" actId="20577"/>
          <ac:spMkLst>
            <pc:docMk/>
            <pc:sldMk cId="954470793" sldId="349"/>
            <ac:spMk id="2" creationId="{A17C061F-1CDF-870D-C6F0-9A507FEB961B}"/>
          </ac:spMkLst>
        </pc:spChg>
      </pc:sldChg>
      <pc:sldChg chg="addSp delSp modSp add mod">
        <pc:chgData name="Olivia Rueschhoff" userId="82a7b45e22aea8b7" providerId="LiveId" clId="{1D82A29E-1BAF-465F-A0D9-42D0CD05F926}" dt="2024-11-15T18:17:26.943" v="7875" actId="20577"/>
        <pc:sldMkLst>
          <pc:docMk/>
          <pc:sldMk cId="1149742832" sldId="350"/>
        </pc:sldMkLst>
        <pc:spChg chg="mod">
          <ac:chgData name="Olivia Rueschhoff" userId="82a7b45e22aea8b7" providerId="LiveId" clId="{1D82A29E-1BAF-465F-A0D9-42D0CD05F926}" dt="2024-11-15T18:17:26.943" v="7875" actId="20577"/>
          <ac:spMkLst>
            <pc:docMk/>
            <pc:sldMk cId="1149742832" sldId="350"/>
            <ac:spMk id="2" creationId="{B1F12593-80CD-A8F3-C0EC-5DF315B0EBC2}"/>
          </ac:spMkLst>
        </pc:spChg>
        <pc:spChg chg="add del mod">
          <ac:chgData name="Olivia Rueschhoff" userId="82a7b45e22aea8b7" providerId="LiveId" clId="{1D82A29E-1BAF-465F-A0D9-42D0CD05F926}" dt="2024-11-15T18:13:24.347" v="7833" actId="22"/>
          <ac:spMkLst>
            <pc:docMk/>
            <pc:sldMk cId="1149742832" sldId="350"/>
            <ac:spMk id="5" creationId="{0BBB9037-D824-93A4-781F-4C9992A4DC21}"/>
          </ac:spMkLst>
        </pc:spChg>
        <pc:spChg chg="mod">
          <ac:chgData name="Olivia Rueschhoff" userId="82a7b45e22aea8b7" providerId="LiveId" clId="{1D82A29E-1BAF-465F-A0D9-42D0CD05F926}" dt="2024-11-15T18:13:59.843" v="7840" actId="14100"/>
          <ac:spMkLst>
            <pc:docMk/>
            <pc:sldMk cId="1149742832" sldId="350"/>
            <ac:spMk id="12" creationId="{2CD34BA2-E3F3-82F2-CE1A-04F16D4A248B}"/>
          </ac:spMkLst>
        </pc:spChg>
        <pc:spChg chg="mod">
          <ac:chgData name="Olivia Rueschhoff" userId="82a7b45e22aea8b7" providerId="LiveId" clId="{1D82A29E-1BAF-465F-A0D9-42D0CD05F926}" dt="2024-11-15T18:14:04.704" v="7851" actId="1037"/>
          <ac:spMkLst>
            <pc:docMk/>
            <pc:sldMk cId="1149742832" sldId="350"/>
            <ac:spMk id="13" creationId="{11A0ADE3-1407-67A0-3B15-779F56317879}"/>
          </ac:spMkLst>
        </pc:spChg>
        <pc:picChg chg="add mod ord">
          <ac:chgData name="Olivia Rueschhoff" userId="82a7b45e22aea8b7" providerId="LiveId" clId="{1D82A29E-1BAF-465F-A0D9-42D0CD05F926}" dt="2024-11-15T18:13:34.184" v="7837" actId="1076"/>
          <ac:picMkLst>
            <pc:docMk/>
            <pc:sldMk cId="1149742832" sldId="350"/>
            <ac:picMk id="7" creationId="{54F556BA-EB86-B8D5-3718-D75A1666F9F7}"/>
          </ac:picMkLst>
        </pc:picChg>
        <pc:picChg chg="del">
          <ac:chgData name="Olivia Rueschhoff" userId="82a7b45e22aea8b7" providerId="LiveId" clId="{1D82A29E-1BAF-465F-A0D9-42D0CD05F926}" dt="2024-11-15T18:13:09.207" v="7832" actId="478"/>
          <ac:picMkLst>
            <pc:docMk/>
            <pc:sldMk cId="1149742832" sldId="350"/>
            <ac:picMk id="11" creationId="{8F746483-6C27-C2C1-BEAB-CA1392AAD042}"/>
          </ac:picMkLst>
        </pc:picChg>
        <pc:picChg chg="del">
          <ac:chgData name="Olivia Rueschhoff" userId="82a7b45e22aea8b7" providerId="LiveId" clId="{1D82A29E-1BAF-465F-A0D9-42D0CD05F926}" dt="2024-11-15T18:14:06.889" v="7852" actId="478"/>
          <ac:picMkLst>
            <pc:docMk/>
            <pc:sldMk cId="1149742832" sldId="350"/>
            <ac:picMk id="7175" creationId="{A6DB5262-E86A-4906-75EB-3609A8D5DE80}"/>
          </ac:picMkLst>
        </pc:picChg>
        <pc:picChg chg="add mod">
          <ac:chgData name="Olivia Rueschhoff" userId="82a7b45e22aea8b7" providerId="LiveId" clId="{1D82A29E-1BAF-465F-A0D9-42D0CD05F926}" dt="2024-11-15T18:17:21.346" v="7856" actId="1076"/>
          <ac:picMkLst>
            <pc:docMk/>
            <pc:sldMk cId="1149742832" sldId="350"/>
            <ac:picMk id="8194" creationId="{5C8627E7-48C1-C980-9197-20190485138F}"/>
          </ac:picMkLst>
        </pc:picChg>
      </pc:sldChg>
      <pc:sldChg chg="addSp modSp new mod modClrScheme chgLayout">
        <pc:chgData name="Olivia Rueschhoff" userId="82a7b45e22aea8b7" providerId="LiveId" clId="{1D82A29E-1BAF-465F-A0D9-42D0CD05F926}" dt="2024-11-15T18:21:35.172" v="8507" actId="33524"/>
        <pc:sldMkLst>
          <pc:docMk/>
          <pc:sldMk cId="1084358743" sldId="351"/>
        </pc:sldMkLst>
        <pc:spChg chg="mod">
          <ac:chgData name="Olivia Rueschhoff" userId="82a7b45e22aea8b7" providerId="LiveId" clId="{1D82A29E-1BAF-465F-A0D9-42D0CD05F926}" dt="2024-11-15T18:20:54.269" v="8385" actId="26606"/>
          <ac:spMkLst>
            <pc:docMk/>
            <pc:sldMk cId="1084358743" sldId="351"/>
            <ac:spMk id="2" creationId="{C7AA2270-EE3A-995F-254D-2815DCAF9BC5}"/>
          </ac:spMkLst>
        </pc:spChg>
        <pc:spChg chg="mod">
          <ac:chgData name="Olivia Rueschhoff" userId="82a7b45e22aea8b7" providerId="LiveId" clId="{1D82A29E-1BAF-465F-A0D9-42D0CD05F926}" dt="2024-11-15T18:20:54.269" v="8385" actId="26606"/>
          <ac:spMkLst>
            <pc:docMk/>
            <pc:sldMk cId="1084358743" sldId="351"/>
            <ac:spMk id="3" creationId="{3F48CCA0-3412-6636-64D7-57EEACCBA11F}"/>
          </ac:spMkLst>
        </pc:spChg>
        <pc:spChg chg="mod">
          <ac:chgData name="Olivia Rueschhoff" userId="82a7b45e22aea8b7" providerId="LiveId" clId="{1D82A29E-1BAF-465F-A0D9-42D0CD05F926}" dt="2024-11-15T18:21:35.172" v="8507" actId="33524"/>
          <ac:spMkLst>
            <pc:docMk/>
            <pc:sldMk cId="1084358743" sldId="351"/>
            <ac:spMk id="4" creationId="{B5EA761D-F76C-66EA-7DF8-FDB9E3FEF773}"/>
          </ac:spMkLst>
        </pc:spChg>
        <pc:picChg chg="add mod">
          <ac:chgData name="Olivia Rueschhoff" userId="82a7b45e22aea8b7" providerId="LiveId" clId="{1D82A29E-1BAF-465F-A0D9-42D0CD05F926}" dt="2024-11-15T18:20:59.709" v="8387" actId="1076"/>
          <ac:picMkLst>
            <pc:docMk/>
            <pc:sldMk cId="1084358743" sldId="351"/>
            <ac:picMk id="9218" creationId="{91CFB6C7-4BD7-CB7C-3C27-33E6CFAB7D79}"/>
          </ac:picMkLst>
        </pc:picChg>
      </pc:sldChg>
      <pc:sldChg chg="addSp delSp modSp new mod ord">
        <pc:chgData name="Olivia Rueschhoff" userId="82a7b45e22aea8b7" providerId="LiveId" clId="{1D82A29E-1BAF-465F-A0D9-42D0CD05F926}" dt="2024-11-15T18:32:10.468" v="8647"/>
        <pc:sldMkLst>
          <pc:docMk/>
          <pc:sldMk cId="3256979352" sldId="352"/>
        </pc:sldMkLst>
        <pc:spChg chg="mod">
          <ac:chgData name="Olivia Rueschhoff" userId="82a7b45e22aea8b7" providerId="LiveId" clId="{1D82A29E-1BAF-465F-A0D9-42D0CD05F926}" dt="2024-11-15T18:22:55.329" v="8554" actId="20577"/>
          <ac:spMkLst>
            <pc:docMk/>
            <pc:sldMk cId="3256979352" sldId="352"/>
            <ac:spMk id="2" creationId="{7DFB0854-C93B-CB20-67B1-2EBA68B6B7B9}"/>
          </ac:spMkLst>
        </pc:spChg>
        <pc:spChg chg="del">
          <ac:chgData name="Olivia Rueschhoff" userId="82a7b45e22aea8b7" providerId="LiveId" clId="{1D82A29E-1BAF-465F-A0D9-42D0CD05F926}" dt="2024-11-15T18:28:15.650" v="8555" actId="22"/>
          <ac:spMkLst>
            <pc:docMk/>
            <pc:sldMk cId="3256979352" sldId="352"/>
            <ac:spMk id="3" creationId="{17F78FFA-888B-93D0-2CB9-39A4F7D9D8BC}"/>
          </ac:spMkLst>
        </pc:spChg>
        <pc:spChg chg="add mod">
          <ac:chgData name="Olivia Rueschhoff" userId="82a7b45e22aea8b7" providerId="LiveId" clId="{1D82A29E-1BAF-465F-A0D9-42D0CD05F926}" dt="2024-11-15T18:29:38.242" v="8644" actId="1076"/>
          <ac:spMkLst>
            <pc:docMk/>
            <pc:sldMk cId="3256979352" sldId="352"/>
            <ac:spMk id="7" creationId="{C5EBB145-F9F2-7CE5-2352-E25D5C5D7EA5}"/>
          </ac:spMkLst>
        </pc:spChg>
        <pc:picChg chg="add mod ord">
          <ac:chgData name="Olivia Rueschhoff" userId="82a7b45e22aea8b7" providerId="LiveId" clId="{1D82A29E-1BAF-465F-A0D9-42D0CD05F926}" dt="2024-11-15T18:29:40.947" v="8645" actId="1076"/>
          <ac:picMkLst>
            <pc:docMk/>
            <pc:sldMk cId="3256979352" sldId="352"/>
            <ac:picMk id="6" creationId="{CF89C045-B7FE-EE6A-73D9-F2B9DB722BC0}"/>
          </ac:picMkLst>
        </pc:picChg>
      </pc:sldChg>
    </pc:docChg>
  </pc:docChgLst>
  <pc:docChgLst>
    <pc:chgData userId="82a7b45e22aea8b7" providerId="LiveId" clId="{E63A94BA-0CC0-47FD-B2D6-DE75300A31D0}"/>
    <pc:docChg chg="undo custSel addSld delSld modSld">
      <pc:chgData name="" userId="82a7b45e22aea8b7" providerId="LiveId" clId="{E63A94BA-0CC0-47FD-B2D6-DE75300A31D0}" dt="2024-11-14T18:03:33.644" v="5478" actId="14100"/>
      <pc:docMkLst>
        <pc:docMk/>
      </pc:docMkLst>
      <pc:sldChg chg="addSp delSp modSp">
        <pc:chgData name="" userId="82a7b45e22aea8b7" providerId="LiveId" clId="{E63A94BA-0CC0-47FD-B2D6-DE75300A31D0}" dt="2024-11-12T15:36:21.536" v="4341" actId="14100"/>
        <pc:sldMkLst>
          <pc:docMk/>
          <pc:sldMk cId="2952923800" sldId="281"/>
        </pc:sldMkLst>
        <pc:spChg chg="mod">
          <ac:chgData name="" userId="82a7b45e22aea8b7" providerId="LiveId" clId="{E63A94BA-0CC0-47FD-B2D6-DE75300A31D0}" dt="2024-11-12T15:36:14.601" v="4338" actId="1076"/>
          <ac:spMkLst>
            <pc:docMk/>
            <pc:sldMk cId="2952923800" sldId="281"/>
            <ac:spMk id="2" creationId="{D53B219B-7E3A-7E84-6386-37313F0CFB09}"/>
          </ac:spMkLst>
        </pc:spChg>
        <pc:spChg chg="mod">
          <ac:chgData name="" userId="82a7b45e22aea8b7" providerId="LiveId" clId="{E63A94BA-0CC0-47FD-B2D6-DE75300A31D0}" dt="2024-11-12T15:36:21.536" v="4341" actId="14100"/>
          <ac:spMkLst>
            <pc:docMk/>
            <pc:sldMk cId="2952923800" sldId="281"/>
            <ac:spMk id="3" creationId="{A2E339BF-E6D7-DD0E-AF02-6813852EE723}"/>
          </ac:spMkLst>
        </pc:spChg>
        <pc:spChg chg="add mod">
          <ac:chgData name="" userId="82a7b45e22aea8b7" providerId="LiveId" clId="{E63A94BA-0CC0-47FD-B2D6-DE75300A31D0}" dt="2024-10-29T18:02:36.974" v="31" actId="1076"/>
          <ac:spMkLst>
            <pc:docMk/>
            <pc:sldMk cId="2952923800" sldId="281"/>
            <ac:spMk id="4" creationId="{DA87EAE2-E7D3-4E23-BDE5-9E66B8DBBBDA}"/>
          </ac:spMkLst>
        </pc:spChg>
        <pc:spChg chg="del mod">
          <ac:chgData name="" userId="82a7b45e22aea8b7" providerId="LiveId" clId="{E63A94BA-0CC0-47FD-B2D6-DE75300A31D0}" dt="2024-11-12T15:35:45.334" v="4334" actId="478"/>
          <ac:spMkLst>
            <pc:docMk/>
            <pc:sldMk cId="2952923800" sldId="281"/>
            <ac:spMk id="5" creationId="{4443C278-5E05-14FC-2076-ED0F5EE54F6D}"/>
          </ac:spMkLst>
        </pc:spChg>
        <pc:picChg chg="mod">
          <ac:chgData name="" userId="82a7b45e22aea8b7" providerId="LiveId" clId="{E63A94BA-0CC0-47FD-B2D6-DE75300A31D0}" dt="2024-11-12T15:36:10.637" v="4337" actId="1076"/>
          <ac:picMkLst>
            <pc:docMk/>
            <pc:sldMk cId="2952923800" sldId="281"/>
            <ac:picMk id="1026" creationId="{68957F1B-E9EC-E5A4-F58A-446724B6243C}"/>
          </ac:picMkLst>
        </pc:picChg>
      </pc:sldChg>
      <pc:sldChg chg="addSp modSp">
        <pc:chgData name="" userId="82a7b45e22aea8b7" providerId="LiveId" clId="{E63A94BA-0CC0-47FD-B2D6-DE75300A31D0}" dt="2024-10-29T18:05:53.553" v="93" actId="14100"/>
        <pc:sldMkLst>
          <pc:docMk/>
          <pc:sldMk cId="685681062" sldId="282"/>
        </pc:sldMkLst>
        <pc:spChg chg="mod">
          <ac:chgData name="" userId="82a7b45e22aea8b7" providerId="LiveId" clId="{E63A94BA-0CC0-47FD-B2D6-DE75300A31D0}" dt="2024-10-29T18:05:53.553" v="93" actId="14100"/>
          <ac:spMkLst>
            <pc:docMk/>
            <pc:sldMk cId="685681062" sldId="282"/>
            <ac:spMk id="3" creationId="{75111C33-898C-4414-4665-5136EB6FC126}"/>
          </ac:spMkLst>
        </pc:spChg>
        <pc:spChg chg="add mod">
          <ac:chgData name="" userId="82a7b45e22aea8b7" providerId="LiveId" clId="{E63A94BA-0CC0-47FD-B2D6-DE75300A31D0}" dt="2024-10-29T18:05:49.271" v="92" actId="1076"/>
          <ac:spMkLst>
            <pc:docMk/>
            <pc:sldMk cId="685681062" sldId="282"/>
            <ac:spMk id="5" creationId="{F0764DD0-1DDC-4BA8-BD23-CBEA5C32F337}"/>
          </ac:spMkLst>
        </pc:spChg>
      </pc:sldChg>
      <pc:sldChg chg="modSp">
        <pc:chgData name="" userId="82a7b45e22aea8b7" providerId="LiveId" clId="{E63A94BA-0CC0-47FD-B2D6-DE75300A31D0}" dt="2024-10-29T18:06:39.111" v="183" actId="20577"/>
        <pc:sldMkLst>
          <pc:docMk/>
          <pc:sldMk cId="1131718056" sldId="314"/>
        </pc:sldMkLst>
        <pc:spChg chg="mod">
          <ac:chgData name="" userId="82a7b45e22aea8b7" providerId="LiveId" clId="{E63A94BA-0CC0-47FD-B2D6-DE75300A31D0}" dt="2024-10-29T18:06:16.051" v="132" actId="20577"/>
          <ac:spMkLst>
            <pc:docMk/>
            <pc:sldMk cId="1131718056" sldId="314"/>
            <ac:spMk id="2" creationId="{B6210199-C129-11F0-56F2-2D1AED21CB4C}"/>
          </ac:spMkLst>
        </pc:spChg>
        <pc:spChg chg="mod">
          <ac:chgData name="" userId="82a7b45e22aea8b7" providerId="LiveId" clId="{E63A94BA-0CC0-47FD-B2D6-DE75300A31D0}" dt="2024-10-29T18:06:39.111" v="183" actId="20577"/>
          <ac:spMkLst>
            <pc:docMk/>
            <pc:sldMk cId="1131718056" sldId="314"/>
            <ac:spMk id="4" creationId="{BDDD6BDC-E008-6AB7-55A1-46ED9BCF054F}"/>
          </ac:spMkLst>
        </pc:spChg>
      </pc:sldChg>
      <pc:sldChg chg="addSp delSp modSp">
        <pc:chgData name="" userId="82a7b45e22aea8b7" providerId="LiveId" clId="{E63A94BA-0CC0-47FD-B2D6-DE75300A31D0}" dt="2024-11-08T18:22:22.732" v="215" actId="1076"/>
        <pc:sldMkLst>
          <pc:docMk/>
          <pc:sldMk cId="4072101725" sldId="318"/>
        </pc:sldMkLst>
        <pc:spChg chg="add del mod">
          <ac:chgData name="" userId="82a7b45e22aea8b7" providerId="LiveId" clId="{E63A94BA-0CC0-47FD-B2D6-DE75300A31D0}" dt="2024-11-08T18:21:55.303" v="199" actId="478"/>
          <ac:spMkLst>
            <pc:docMk/>
            <pc:sldMk cId="4072101725" sldId="318"/>
            <ac:spMk id="4" creationId="{D0E6711A-5DF1-45FC-A810-EF42009369E3}"/>
          </ac:spMkLst>
        </pc:spChg>
        <pc:spChg chg="add mod">
          <ac:chgData name="" userId="82a7b45e22aea8b7" providerId="LiveId" clId="{E63A94BA-0CC0-47FD-B2D6-DE75300A31D0}" dt="2024-11-08T18:22:22.732" v="215" actId="1076"/>
          <ac:spMkLst>
            <pc:docMk/>
            <pc:sldMk cId="4072101725" sldId="318"/>
            <ac:spMk id="5" creationId="{CF5A38C4-BF97-441B-A5DD-E0C4A8371FE2}"/>
          </ac:spMkLst>
        </pc:spChg>
      </pc:sldChg>
      <pc:sldChg chg="modSp">
        <pc:chgData name="" userId="82a7b45e22aea8b7" providerId="LiveId" clId="{E63A94BA-0CC0-47FD-B2D6-DE75300A31D0}" dt="2024-11-14T18:03:33.644" v="5478" actId="14100"/>
        <pc:sldMkLst>
          <pc:docMk/>
          <pc:sldMk cId="2498021601" sldId="321"/>
        </pc:sldMkLst>
        <pc:graphicFrameChg chg="mod">
          <ac:chgData name="" userId="82a7b45e22aea8b7" providerId="LiveId" clId="{E63A94BA-0CC0-47FD-B2D6-DE75300A31D0}" dt="2024-11-14T18:03:33.644" v="5478" actId="14100"/>
          <ac:graphicFrameMkLst>
            <pc:docMk/>
            <pc:sldMk cId="2498021601" sldId="321"/>
            <ac:graphicFrameMk id="14" creationId="{0D9F6A06-1E28-06F9-BF66-904ECDA0E79F}"/>
          </ac:graphicFrameMkLst>
        </pc:graphicFrameChg>
      </pc:sldChg>
      <pc:sldChg chg="addSp modSp">
        <pc:chgData name="" userId="82a7b45e22aea8b7" providerId="LiveId" clId="{E63A94BA-0CC0-47FD-B2D6-DE75300A31D0}" dt="2024-11-08T18:30:52.432" v="743" actId="14100"/>
        <pc:sldMkLst>
          <pc:docMk/>
          <pc:sldMk cId="1686213229" sldId="322"/>
        </pc:sldMkLst>
        <pc:spChg chg="add mod">
          <ac:chgData name="" userId="82a7b45e22aea8b7" providerId="LiveId" clId="{E63A94BA-0CC0-47FD-B2D6-DE75300A31D0}" dt="2024-11-08T18:30:35.926" v="699" actId="14100"/>
          <ac:spMkLst>
            <pc:docMk/>
            <pc:sldMk cId="1686213229" sldId="322"/>
            <ac:spMk id="7" creationId="{C1133C59-1FC4-4E7F-9DB4-8709AABE8F91}"/>
          </ac:spMkLst>
        </pc:spChg>
        <pc:spChg chg="add mod">
          <ac:chgData name="" userId="82a7b45e22aea8b7" providerId="LiveId" clId="{E63A94BA-0CC0-47FD-B2D6-DE75300A31D0}" dt="2024-11-08T18:30:52.432" v="743" actId="14100"/>
          <ac:spMkLst>
            <pc:docMk/>
            <pc:sldMk cId="1686213229" sldId="322"/>
            <ac:spMk id="9" creationId="{6CF73EA5-FE92-4F3F-8021-1124E1FACE85}"/>
          </ac:spMkLst>
        </pc:spChg>
        <pc:picChg chg="mod">
          <ac:chgData name="" userId="82a7b45e22aea8b7" providerId="LiveId" clId="{E63A94BA-0CC0-47FD-B2D6-DE75300A31D0}" dt="2024-11-08T18:30:40.969" v="702" actId="1076"/>
          <ac:picMkLst>
            <pc:docMk/>
            <pc:sldMk cId="1686213229" sldId="322"/>
            <ac:picMk id="8" creationId="{9B5A0BFA-8E6F-DFF7-62A0-2DC491A7DB7B}"/>
          </ac:picMkLst>
        </pc:picChg>
      </pc:sldChg>
      <pc:sldChg chg="addSp delSp modSp">
        <pc:chgData name="" userId="82a7b45e22aea8b7" providerId="LiveId" clId="{E63A94BA-0CC0-47FD-B2D6-DE75300A31D0}" dt="2024-11-08T18:34:28.563" v="838" actId="1076"/>
        <pc:sldMkLst>
          <pc:docMk/>
          <pc:sldMk cId="1277097128" sldId="323"/>
        </pc:sldMkLst>
        <pc:spChg chg="mod">
          <ac:chgData name="" userId="82a7b45e22aea8b7" providerId="LiveId" clId="{E63A94BA-0CC0-47FD-B2D6-DE75300A31D0}" dt="2024-11-08T18:31:01.025" v="744" actId="20577"/>
          <ac:spMkLst>
            <pc:docMk/>
            <pc:sldMk cId="1277097128" sldId="323"/>
            <ac:spMk id="2" creationId="{A09F35E7-8917-EB73-72EF-1FB37BDF761E}"/>
          </ac:spMkLst>
        </pc:spChg>
        <pc:spChg chg="del">
          <ac:chgData name="" userId="82a7b45e22aea8b7" providerId="LiveId" clId="{E63A94BA-0CC0-47FD-B2D6-DE75300A31D0}" dt="2024-11-08T18:33:08.479" v="793" actId="478"/>
          <ac:spMkLst>
            <pc:docMk/>
            <pc:sldMk cId="1277097128" sldId="323"/>
            <ac:spMk id="11" creationId="{5D4E75BA-5796-C759-99EA-5BEA3A79F8EB}"/>
          </ac:spMkLst>
        </pc:spChg>
        <pc:spChg chg="mod">
          <ac:chgData name="" userId="82a7b45e22aea8b7" providerId="LiveId" clId="{E63A94BA-0CC0-47FD-B2D6-DE75300A31D0}" dt="2024-11-08T18:34:02.037" v="830" actId="1076"/>
          <ac:spMkLst>
            <pc:docMk/>
            <pc:sldMk cId="1277097128" sldId="323"/>
            <ac:spMk id="12" creationId="{A9741083-AF78-A430-15A0-28538D7AEAE6}"/>
          </ac:spMkLst>
        </pc:spChg>
        <pc:spChg chg="mod">
          <ac:chgData name="" userId="82a7b45e22aea8b7" providerId="LiveId" clId="{E63A94BA-0CC0-47FD-B2D6-DE75300A31D0}" dt="2024-11-08T18:33:50.757" v="829" actId="1076"/>
          <ac:spMkLst>
            <pc:docMk/>
            <pc:sldMk cId="1277097128" sldId="323"/>
            <ac:spMk id="13" creationId="{B28C86C3-CFF2-BF04-C989-3A84807FBCA8}"/>
          </ac:spMkLst>
        </pc:spChg>
        <pc:spChg chg="add mod">
          <ac:chgData name="" userId="82a7b45e22aea8b7" providerId="LiveId" clId="{E63A94BA-0CC0-47FD-B2D6-DE75300A31D0}" dt="2024-11-08T18:34:16.745" v="834" actId="14100"/>
          <ac:spMkLst>
            <pc:docMk/>
            <pc:sldMk cId="1277097128" sldId="323"/>
            <ac:spMk id="14" creationId="{F97CA968-3948-4CAA-9AEB-0F2666677C80}"/>
          </ac:spMkLst>
        </pc:spChg>
        <pc:spChg chg="add mod">
          <ac:chgData name="" userId="82a7b45e22aea8b7" providerId="LiveId" clId="{E63A94BA-0CC0-47FD-B2D6-DE75300A31D0}" dt="2024-11-08T18:34:28.563" v="838" actId="1076"/>
          <ac:spMkLst>
            <pc:docMk/>
            <pc:sldMk cId="1277097128" sldId="323"/>
            <ac:spMk id="15" creationId="{2101359D-92A8-4B84-83E7-F4CA1661894F}"/>
          </ac:spMkLst>
        </pc:spChg>
        <pc:picChg chg="del">
          <ac:chgData name="" userId="82a7b45e22aea8b7" providerId="LiveId" clId="{E63A94BA-0CC0-47FD-B2D6-DE75300A31D0}" dt="2024-11-08T18:33:09.031" v="794" actId="478"/>
          <ac:picMkLst>
            <pc:docMk/>
            <pc:sldMk cId="1277097128" sldId="323"/>
            <ac:picMk id="6" creationId="{A2684ADB-8357-C94A-C85E-CAA89B8C40AD}"/>
          </ac:picMkLst>
        </pc:picChg>
        <pc:picChg chg="mod">
          <ac:chgData name="" userId="82a7b45e22aea8b7" providerId="LiveId" clId="{E63A94BA-0CC0-47FD-B2D6-DE75300A31D0}" dt="2024-11-08T18:33:36.933" v="802" actId="1076"/>
          <ac:picMkLst>
            <pc:docMk/>
            <pc:sldMk cId="1277097128" sldId="323"/>
            <ac:picMk id="8" creationId="{A3AC85A8-A9AB-4125-7DA6-533A81022D66}"/>
          </ac:picMkLst>
        </pc:picChg>
        <pc:picChg chg="mod">
          <ac:chgData name="" userId="82a7b45e22aea8b7" providerId="LiveId" clId="{E63A94BA-0CC0-47FD-B2D6-DE75300A31D0}" dt="2024-11-08T18:34:20.502" v="837" actId="1076"/>
          <ac:picMkLst>
            <pc:docMk/>
            <pc:sldMk cId="1277097128" sldId="323"/>
            <ac:picMk id="10" creationId="{6B345A5F-DA35-0309-768E-858DAEBFA1D7}"/>
          </ac:picMkLst>
        </pc:picChg>
      </pc:sldChg>
      <pc:sldChg chg="delSp modSp">
        <pc:chgData name="" userId="82a7b45e22aea8b7" providerId="LiveId" clId="{E63A94BA-0CC0-47FD-B2D6-DE75300A31D0}" dt="2024-11-08T18:32:10.189" v="780" actId="20577"/>
        <pc:sldMkLst>
          <pc:docMk/>
          <pc:sldMk cId="2469243027" sldId="324"/>
        </pc:sldMkLst>
        <pc:spChg chg="mod">
          <ac:chgData name="" userId="82a7b45e22aea8b7" providerId="LiveId" clId="{E63A94BA-0CC0-47FD-B2D6-DE75300A31D0}" dt="2024-11-08T18:31:40.066" v="750" actId="1076"/>
          <ac:spMkLst>
            <pc:docMk/>
            <pc:sldMk cId="2469243027" sldId="324"/>
            <ac:spMk id="5" creationId="{FEA068FE-CCB2-BB8A-38AB-9D640E819261}"/>
          </ac:spMkLst>
        </pc:spChg>
        <pc:spChg chg="del">
          <ac:chgData name="" userId="82a7b45e22aea8b7" providerId="LiveId" clId="{E63A94BA-0CC0-47FD-B2D6-DE75300A31D0}" dt="2024-11-08T18:31:32.355" v="747" actId="478"/>
          <ac:spMkLst>
            <pc:docMk/>
            <pc:sldMk cId="2469243027" sldId="324"/>
            <ac:spMk id="7" creationId="{518B856F-592D-E34A-432A-F6CB3E122530}"/>
          </ac:spMkLst>
        </pc:spChg>
        <pc:graphicFrameChg chg="mod">
          <ac:chgData name="" userId="82a7b45e22aea8b7" providerId="LiveId" clId="{E63A94BA-0CC0-47FD-B2D6-DE75300A31D0}" dt="2024-11-08T18:32:10.189" v="780" actId="20577"/>
          <ac:graphicFrameMkLst>
            <pc:docMk/>
            <pc:sldMk cId="2469243027" sldId="324"/>
            <ac:graphicFrameMk id="12" creationId="{ACDACF8E-D718-9175-E6E0-75E6A1A07316}"/>
          </ac:graphicFrameMkLst>
        </pc:graphicFrameChg>
      </pc:sldChg>
      <pc:sldChg chg="addSp modSp">
        <pc:chgData name="" userId="82a7b45e22aea8b7" providerId="LiveId" clId="{E63A94BA-0CC0-47FD-B2D6-DE75300A31D0}" dt="2024-11-08T18:40:34.764" v="1470" actId="14100"/>
        <pc:sldMkLst>
          <pc:docMk/>
          <pc:sldMk cId="3063528530" sldId="325"/>
        </pc:sldMkLst>
        <pc:spChg chg="add mod">
          <ac:chgData name="" userId="82a7b45e22aea8b7" providerId="LiveId" clId="{E63A94BA-0CC0-47FD-B2D6-DE75300A31D0}" dt="2024-11-08T18:40:25.593" v="1467" actId="14100"/>
          <ac:spMkLst>
            <pc:docMk/>
            <pc:sldMk cId="3063528530" sldId="325"/>
            <ac:spMk id="5" creationId="{831F970D-C26D-4082-8A6F-C26CCE5C1F9E}"/>
          </ac:spMkLst>
        </pc:spChg>
        <pc:spChg chg="add mod">
          <ac:chgData name="" userId="82a7b45e22aea8b7" providerId="LiveId" clId="{E63A94BA-0CC0-47FD-B2D6-DE75300A31D0}" dt="2024-11-08T18:40:34.764" v="1470" actId="14100"/>
          <ac:spMkLst>
            <pc:docMk/>
            <pc:sldMk cId="3063528530" sldId="325"/>
            <ac:spMk id="7" creationId="{27A0959F-63E3-4105-B717-B0E9B8CB7603}"/>
          </ac:spMkLst>
        </pc:spChg>
      </pc:sldChg>
      <pc:sldChg chg="addSp delSp modSp">
        <pc:chgData name="" userId="82a7b45e22aea8b7" providerId="LiveId" clId="{E63A94BA-0CC0-47FD-B2D6-DE75300A31D0}" dt="2024-11-08T21:26:24.715" v="4328" actId="478"/>
        <pc:sldMkLst>
          <pc:docMk/>
          <pc:sldMk cId="283075547" sldId="328"/>
        </pc:sldMkLst>
        <pc:spChg chg="mod">
          <ac:chgData name="" userId="82a7b45e22aea8b7" providerId="LiveId" clId="{E63A94BA-0CC0-47FD-B2D6-DE75300A31D0}" dt="2024-11-08T21:23:10.778" v="3918" actId="1076"/>
          <ac:spMkLst>
            <pc:docMk/>
            <pc:sldMk cId="283075547" sldId="328"/>
            <ac:spMk id="2" creationId="{C6508860-DB95-1C65-FE7F-0765C76AED28}"/>
          </ac:spMkLst>
        </pc:spChg>
        <pc:spChg chg="mod">
          <ac:chgData name="" userId="82a7b45e22aea8b7" providerId="LiveId" clId="{E63A94BA-0CC0-47FD-B2D6-DE75300A31D0}" dt="2024-11-08T21:23:50.318" v="3938" actId="27636"/>
          <ac:spMkLst>
            <pc:docMk/>
            <pc:sldMk cId="283075547" sldId="328"/>
            <ac:spMk id="3" creationId="{C2187574-571A-1617-6B1A-91EF5B343269}"/>
          </ac:spMkLst>
        </pc:spChg>
        <pc:spChg chg="add del mod">
          <ac:chgData name="" userId="82a7b45e22aea8b7" providerId="LiveId" clId="{E63A94BA-0CC0-47FD-B2D6-DE75300A31D0}" dt="2024-11-08T21:26:24.715" v="4328" actId="478"/>
          <ac:spMkLst>
            <pc:docMk/>
            <pc:sldMk cId="283075547" sldId="328"/>
            <ac:spMk id="4" creationId="{CF25AA8F-1F16-46DB-99C3-7C1BDA56DC4B}"/>
          </ac:spMkLst>
        </pc:spChg>
      </pc:sldChg>
      <pc:sldChg chg="addSp delSp modSp add del">
        <pc:chgData name="" userId="82a7b45e22aea8b7" providerId="LiveId" clId="{E63A94BA-0CC0-47FD-B2D6-DE75300A31D0}" dt="2024-11-14T18:03:27.061" v="5476" actId="2696"/>
        <pc:sldMkLst>
          <pc:docMk/>
          <pc:sldMk cId="2825020446" sldId="329"/>
        </pc:sldMkLst>
        <pc:spChg chg="mod">
          <ac:chgData name="" userId="82a7b45e22aea8b7" providerId="LiveId" clId="{E63A94BA-0CC0-47FD-B2D6-DE75300A31D0}" dt="2024-11-08T18:25:55.598" v="244" actId="20577"/>
          <ac:spMkLst>
            <pc:docMk/>
            <pc:sldMk cId="2825020446" sldId="329"/>
            <ac:spMk id="2" creationId="{838700FC-5DB5-4D66-9B73-D6AB0B83BC02}"/>
          </ac:spMkLst>
        </pc:spChg>
        <pc:spChg chg="mod">
          <ac:chgData name="" userId="82a7b45e22aea8b7" providerId="LiveId" clId="{E63A94BA-0CC0-47FD-B2D6-DE75300A31D0}" dt="2024-11-08T18:27:40.259" v="403" actId="20577"/>
          <ac:spMkLst>
            <pc:docMk/>
            <pc:sldMk cId="2825020446" sldId="329"/>
            <ac:spMk id="4" creationId="{7CB68BC2-DF5B-40FF-9758-118A6B4AF6D3}"/>
          </ac:spMkLst>
        </pc:spChg>
        <pc:spChg chg="del">
          <ac:chgData name="" userId="82a7b45e22aea8b7" providerId="LiveId" clId="{E63A94BA-0CC0-47FD-B2D6-DE75300A31D0}" dt="2024-11-08T18:28:24.689" v="406" actId="478"/>
          <ac:spMkLst>
            <pc:docMk/>
            <pc:sldMk cId="2825020446" sldId="329"/>
            <ac:spMk id="5" creationId="{B377AF0E-751F-4BC4-9752-9329BF2028F4}"/>
          </ac:spMkLst>
        </pc:spChg>
        <pc:spChg chg="add mod">
          <ac:chgData name="" userId="82a7b45e22aea8b7" providerId="LiveId" clId="{E63A94BA-0CC0-47FD-B2D6-DE75300A31D0}" dt="2024-11-08T18:29:58.072" v="696" actId="20577"/>
          <ac:spMkLst>
            <pc:docMk/>
            <pc:sldMk cId="2825020446" sldId="329"/>
            <ac:spMk id="6" creationId="{03AFBEDA-905B-4506-BFA7-DA7CA5E0BC59}"/>
          </ac:spMkLst>
        </pc:spChg>
      </pc:sldChg>
      <pc:sldChg chg="addSp delSp modSp add">
        <pc:chgData name="" userId="82a7b45e22aea8b7" providerId="LiveId" clId="{E63A94BA-0CC0-47FD-B2D6-DE75300A31D0}" dt="2024-11-08T18:35:00.570" v="844" actId="14100"/>
        <pc:sldMkLst>
          <pc:docMk/>
          <pc:sldMk cId="1527177473" sldId="330"/>
        </pc:sldMkLst>
        <pc:spChg chg="mod">
          <ac:chgData name="" userId="82a7b45e22aea8b7" providerId="LiveId" clId="{E63A94BA-0CC0-47FD-B2D6-DE75300A31D0}" dt="2024-11-08T18:32:53.972" v="789" actId="14100"/>
          <ac:spMkLst>
            <pc:docMk/>
            <pc:sldMk cId="1527177473" sldId="330"/>
            <ac:spMk id="2" creationId="{B96E356D-8C6C-4094-8A9A-12C107B8BEEB}"/>
          </ac:spMkLst>
        </pc:spChg>
        <pc:spChg chg="del">
          <ac:chgData name="" userId="82a7b45e22aea8b7" providerId="LiveId" clId="{E63A94BA-0CC0-47FD-B2D6-DE75300A31D0}" dt="2024-11-08T18:32:59.843" v="790"/>
          <ac:spMkLst>
            <pc:docMk/>
            <pc:sldMk cId="1527177473" sldId="330"/>
            <ac:spMk id="4" creationId="{56B80361-B8CE-4A99-89EB-5766E6566005}"/>
          </ac:spMkLst>
        </pc:spChg>
        <pc:spChg chg="add mod">
          <ac:chgData name="" userId="82a7b45e22aea8b7" providerId="LiveId" clId="{E63A94BA-0CC0-47FD-B2D6-DE75300A31D0}" dt="2024-11-08T18:34:47.572" v="841" actId="14100"/>
          <ac:spMkLst>
            <pc:docMk/>
            <pc:sldMk cId="1527177473" sldId="330"/>
            <ac:spMk id="6" creationId="{9C9A0136-8A30-43A0-8676-E54D72BE815D}"/>
          </ac:spMkLst>
        </pc:spChg>
        <pc:spChg chg="add mod">
          <ac:chgData name="" userId="82a7b45e22aea8b7" providerId="LiveId" clId="{E63A94BA-0CC0-47FD-B2D6-DE75300A31D0}" dt="2024-11-08T18:35:00.570" v="844" actId="14100"/>
          <ac:spMkLst>
            <pc:docMk/>
            <pc:sldMk cId="1527177473" sldId="330"/>
            <ac:spMk id="7" creationId="{2C037518-0327-4A6D-AFE8-D4BB9FBAA41B}"/>
          </ac:spMkLst>
        </pc:spChg>
        <pc:picChg chg="add mod">
          <ac:chgData name="" userId="82a7b45e22aea8b7" providerId="LiveId" clId="{E63A94BA-0CC0-47FD-B2D6-DE75300A31D0}" dt="2024-11-08T18:33:04.650" v="792" actId="14100"/>
          <ac:picMkLst>
            <pc:docMk/>
            <pc:sldMk cId="1527177473" sldId="330"/>
            <ac:picMk id="5" creationId="{C1908302-873A-4B77-A8EF-2D674B115EB7}"/>
          </ac:picMkLst>
        </pc:picChg>
      </pc:sldChg>
      <pc:sldChg chg="addSp modSp add">
        <pc:chgData name="" userId="82a7b45e22aea8b7" providerId="LiveId" clId="{E63A94BA-0CC0-47FD-B2D6-DE75300A31D0}" dt="2024-11-08T18:41:12.194" v="1491" actId="1076"/>
        <pc:sldMkLst>
          <pc:docMk/>
          <pc:sldMk cId="1672671420" sldId="331"/>
        </pc:sldMkLst>
        <pc:spChg chg="mod">
          <ac:chgData name="" userId="82a7b45e22aea8b7" providerId="LiveId" clId="{E63A94BA-0CC0-47FD-B2D6-DE75300A31D0}" dt="2024-11-08T18:37:51.175" v="1299" actId="1076"/>
          <ac:spMkLst>
            <pc:docMk/>
            <pc:sldMk cId="1672671420" sldId="331"/>
            <ac:spMk id="2" creationId="{C8F0F0C2-ABD8-4003-9100-963FD09C0261}"/>
          </ac:spMkLst>
        </pc:spChg>
        <pc:spChg chg="mod">
          <ac:chgData name="" userId="82a7b45e22aea8b7" providerId="LiveId" clId="{E63A94BA-0CC0-47FD-B2D6-DE75300A31D0}" dt="2024-11-08T18:37:58.681" v="1302" actId="1076"/>
          <ac:spMkLst>
            <pc:docMk/>
            <pc:sldMk cId="1672671420" sldId="331"/>
            <ac:spMk id="3" creationId="{29296215-1561-45E7-8D1E-4974EA1222B0}"/>
          </ac:spMkLst>
        </pc:spChg>
        <pc:spChg chg="add mod">
          <ac:chgData name="" userId="82a7b45e22aea8b7" providerId="LiveId" clId="{E63A94BA-0CC0-47FD-B2D6-DE75300A31D0}" dt="2024-11-08T18:41:12.194" v="1491" actId="1076"/>
          <ac:spMkLst>
            <pc:docMk/>
            <pc:sldMk cId="1672671420" sldId="331"/>
            <ac:spMk id="4" creationId="{57DE2BAC-A27C-4150-9EBA-3818D3F2C7C2}"/>
          </ac:spMkLst>
        </pc:spChg>
      </pc:sldChg>
      <pc:sldChg chg="addSp delSp modSp add">
        <pc:chgData name="" userId="82a7b45e22aea8b7" providerId="LiveId" clId="{E63A94BA-0CC0-47FD-B2D6-DE75300A31D0}" dt="2024-11-08T18:40:08.906" v="1464" actId="20577"/>
        <pc:sldMkLst>
          <pc:docMk/>
          <pc:sldMk cId="3809447914" sldId="332"/>
        </pc:sldMkLst>
        <pc:spChg chg="mod">
          <ac:chgData name="" userId="82a7b45e22aea8b7" providerId="LiveId" clId="{E63A94BA-0CC0-47FD-B2D6-DE75300A31D0}" dt="2024-11-08T18:38:22.934" v="1339" actId="20577"/>
          <ac:spMkLst>
            <pc:docMk/>
            <pc:sldMk cId="3809447914" sldId="332"/>
            <ac:spMk id="2" creationId="{39F8E62D-0224-4888-9F74-6F56932A8B4E}"/>
          </ac:spMkLst>
        </pc:spChg>
        <pc:spChg chg="del">
          <ac:chgData name="" userId="82a7b45e22aea8b7" providerId="LiveId" clId="{E63A94BA-0CC0-47FD-B2D6-DE75300A31D0}" dt="2024-11-08T18:38:32.227" v="1340" actId="478"/>
          <ac:spMkLst>
            <pc:docMk/>
            <pc:sldMk cId="3809447914" sldId="332"/>
            <ac:spMk id="4" creationId="{DB4CEFAA-7F7B-42AA-B5D8-71CCD4DC6E00}"/>
          </ac:spMkLst>
        </pc:spChg>
        <pc:spChg chg="add del mod">
          <ac:chgData name="" userId="82a7b45e22aea8b7" providerId="LiveId" clId="{E63A94BA-0CC0-47FD-B2D6-DE75300A31D0}" dt="2024-11-08T18:38:45.474" v="1344"/>
          <ac:spMkLst>
            <pc:docMk/>
            <pc:sldMk cId="3809447914" sldId="332"/>
            <ac:spMk id="6" creationId="{30FECA1C-B126-4157-A98C-BBC5F1042898}"/>
          </ac:spMkLst>
        </pc:spChg>
        <pc:spChg chg="add mod">
          <ac:chgData name="" userId="82a7b45e22aea8b7" providerId="LiveId" clId="{E63A94BA-0CC0-47FD-B2D6-DE75300A31D0}" dt="2024-11-08T18:40:08.906" v="1464" actId="20577"/>
          <ac:spMkLst>
            <pc:docMk/>
            <pc:sldMk cId="3809447914" sldId="332"/>
            <ac:spMk id="7" creationId="{0E279061-4F71-45CC-AD86-B8396733DE2A}"/>
          </ac:spMkLst>
        </pc:spChg>
      </pc:sldChg>
      <pc:sldChg chg="modSp add">
        <pc:chgData name="" userId="82a7b45e22aea8b7" providerId="LiveId" clId="{E63A94BA-0CC0-47FD-B2D6-DE75300A31D0}" dt="2024-11-08T18:43:12.490" v="1804" actId="14100"/>
        <pc:sldMkLst>
          <pc:docMk/>
          <pc:sldMk cId="1547364421" sldId="333"/>
        </pc:sldMkLst>
        <pc:spChg chg="mod">
          <ac:chgData name="" userId="82a7b45e22aea8b7" providerId="LiveId" clId="{E63A94BA-0CC0-47FD-B2D6-DE75300A31D0}" dt="2024-11-08T18:41:47.520" v="1536" actId="20577"/>
          <ac:spMkLst>
            <pc:docMk/>
            <pc:sldMk cId="1547364421" sldId="333"/>
            <ac:spMk id="2" creationId="{7E2D8A0E-6DBC-4850-A0AD-64BE408FC59D}"/>
          </ac:spMkLst>
        </pc:spChg>
        <pc:spChg chg="mod">
          <ac:chgData name="" userId="82a7b45e22aea8b7" providerId="LiveId" clId="{E63A94BA-0CC0-47FD-B2D6-DE75300A31D0}" dt="2024-11-08T18:43:12.490" v="1804" actId="14100"/>
          <ac:spMkLst>
            <pc:docMk/>
            <pc:sldMk cId="1547364421" sldId="333"/>
            <ac:spMk id="4" creationId="{10868822-2448-43A7-A132-B094C7FB1C7B}"/>
          </ac:spMkLst>
        </pc:spChg>
      </pc:sldChg>
      <pc:sldChg chg="modSp add">
        <pc:chgData name="" userId="82a7b45e22aea8b7" providerId="LiveId" clId="{E63A94BA-0CC0-47FD-B2D6-DE75300A31D0}" dt="2024-11-08T18:46:31.282" v="1987" actId="20577"/>
        <pc:sldMkLst>
          <pc:docMk/>
          <pc:sldMk cId="2478355628" sldId="334"/>
        </pc:sldMkLst>
        <pc:spChg chg="mod">
          <ac:chgData name="" userId="82a7b45e22aea8b7" providerId="LiveId" clId="{E63A94BA-0CC0-47FD-B2D6-DE75300A31D0}" dt="2024-11-08T18:43:37.156" v="1874" actId="20577"/>
          <ac:spMkLst>
            <pc:docMk/>
            <pc:sldMk cId="2478355628" sldId="334"/>
            <ac:spMk id="2" creationId="{8698D1B1-B18F-49E5-918A-985904B8AB73}"/>
          </ac:spMkLst>
        </pc:spChg>
        <pc:spChg chg="mod">
          <ac:chgData name="" userId="82a7b45e22aea8b7" providerId="LiveId" clId="{E63A94BA-0CC0-47FD-B2D6-DE75300A31D0}" dt="2024-11-08T18:46:31.282" v="1987" actId="20577"/>
          <ac:spMkLst>
            <pc:docMk/>
            <pc:sldMk cId="2478355628" sldId="334"/>
            <ac:spMk id="3" creationId="{5D3A84FA-AF9E-4F89-AE9A-1900961CE9FA}"/>
          </ac:spMkLst>
        </pc:spChg>
      </pc:sldChg>
      <pc:sldChg chg="delSp modSp">
        <pc:chgData name="" userId="82a7b45e22aea8b7" providerId="LiveId" clId="{E63A94BA-0CC0-47FD-B2D6-DE75300A31D0}" dt="2024-11-08T21:16:19.404" v="3586" actId="27636"/>
        <pc:sldMkLst>
          <pc:docMk/>
          <pc:sldMk cId="2190423430" sldId="337"/>
        </pc:sldMkLst>
        <pc:spChg chg="mod">
          <ac:chgData name="" userId="82a7b45e22aea8b7" providerId="LiveId" clId="{E63A94BA-0CC0-47FD-B2D6-DE75300A31D0}" dt="2024-11-08T21:14:12.278" v="3171" actId="14100"/>
          <ac:spMkLst>
            <pc:docMk/>
            <pc:sldMk cId="2190423430" sldId="337"/>
            <ac:spMk id="2" creationId="{73E46AB5-8736-C7CA-D830-5E16663A27FF}"/>
          </ac:spMkLst>
        </pc:spChg>
        <pc:spChg chg="mod">
          <ac:chgData name="" userId="82a7b45e22aea8b7" providerId="LiveId" clId="{E63A94BA-0CC0-47FD-B2D6-DE75300A31D0}" dt="2024-11-08T21:16:19.404" v="3586" actId="27636"/>
          <ac:spMkLst>
            <pc:docMk/>
            <pc:sldMk cId="2190423430" sldId="337"/>
            <ac:spMk id="3" creationId="{9B298BA4-B132-8C5C-E79D-40DD4073BF5C}"/>
          </ac:spMkLst>
        </pc:spChg>
        <pc:picChg chg="del mod">
          <ac:chgData name="" userId="82a7b45e22aea8b7" providerId="LiveId" clId="{E63A94BA-0CC0-47FD-B2D6-DE75300A31D0}" dt="2024-11-08T20:58:29.544" v="1994" actId="478"/>
          <ac:picMkLst>
            <pc:docMk/>
            <pc:sldMk cId="2190423430" sldId="337"/>
            <ac:picMk id="6" creationId="{53E1059C-2CF8-F8A5-3C45-BB16EFF8ECCF}"/>
          </ac:picMkLst>
        </pc:picChg>
        <pc:picChg chg="del mod">
          <ac:chgData name="" userId="82a7b45e22aea8b7" providerId="LiveId" clId="{E63A94BA-0CC0-47FD-B2D6-DE75300A31D0}" dt="2024-11-08T20:58:17.059" v="1991" actId="478"/>
          <ac:picMkLst>
            <pc:docMk/>
            <pc:sldMk cId="2190423430" sldId="337"/>
            <ac:picMk id="5122" creationId="{69C4B068-7531-B51C-0651-0D3BB2ED34E1}"/>
          </ac:picMkLst>
        </pc:picChg>
      </pc:sldChg>
      <pc:sldChg chg="delSp modSp">
        <pc:chgData name="" userId="82a7b45e22aea8b7" providerId="LiveId" clId="{E63A94BA-0CC0-47FD-B2D6-DE75300A31D0}" dt="2024-11-08T21:19:53.359" v="3666" actId="1076"/>
        <pc:sldMkLst>
          <pc:docMk/>
          <pc:sldMk cId="1218028474" sldId="338"/>
        </pc:sldMkLst>
        <pc:spChg chg="mod">
          <ac:chgData name="" userId="82a7b45e22aea8b7" providerId="LiveId" clId="{E63A94BA-0CC0-47FD-B2D6-DE75300A31D0}" dt="2024-11-08T21:19:53.359" v="3666" actId="1076"/>
          <ac:spMkLst>
            <pc:docMk/>
            <pc:sldMk cId="1218028474" sldId="338"/>
            <ac:spMk id="2" creationId="{90739DB4-7BC6-2694-A3E8-D3B9F4195985}"/>
          </ac:spMkLst>
        </pc:spChg>
        <pc:spChg chg="del">
          <ac:chgData name="" userId="82a7b45e22aea8b7" providerId="LiveId" clId="{E63A94BA-0CC0-47FD-B2D6-DE75300A31D0}" dt="2024-11-08T21:18:57.779" v="3660" actId="478"/>
          <ac:spMkLst>
            <pc:docMk/>
            <pc:sldMk cId="1218028474" sldId="338"/>
            <ac:spMk id="3" creationId="{5DBF8454-FAA4-4CBD-C23E-248A11F2A976}"/>
          </ac:spMkLst>
        </pc:spChg>
        <pc:picChg chg="del">
          <ac:chgData name="" userId="82a7b45e22aea8b7" providerId="LiveId" clId="{E63A94BA-0CC0-47FD-B2D6-DE75300A31D0}" dt="2024-11-08T21:18:52.222" v="3659" actId="478"/>
          <ac:picMkLst>
            <pc:docMk/>
            <pc:sldMk cId="1218028474" sldId="338"/>
            <ac:picMk id="5" creationId="{B95714B6-9FE9-ADDD-C48E-9CFBE9DB3B06}"/>
          </ac:picMkLst>
        </pc:picChg>
        <pc:picChg chg="del mod">
          <ac:chgData name="" userId="82a7b45e22aea8b7" providerId="LiveId" clId="{E63A94BA-0CC0-47FD-B2D6-DE75300A31D0}" dt="2024-11-08T21:18:50.875" v="3658" actId="478"/>
          <ac:picMkLst>
            <pc:docMk/>
            <pc:sldMk cId="1218028474" sldId="338"/>
            <ac:picMk id="6146" creationId="{FD4A20A3-2325-7AF0-7910-4A7022BCE7E1}"/>
          </ac:picMkLst>
        </pc:picChg>
      </pc:sldChg>
      <pc:sldChg chg="addSp delSp modSp add">
        <pc:chgData name="" userId="82a7b45e22aea8b7" providerId="LiveId" clId="{E63A94BA-0CC0-47FD-B2D6-DE75300A31D0}" dt="2024-11-08T21:13:56.919" v="3145" actId="1076"/>
        <pc:sldMkLst>
          <pc:docMk/>
          <pc:sldMk cId="501764762" sldId="339"/>
        </pc:sldMkLst>
        <pc:spChg chg="mod">
          <ac:chgData name="" userId="82a7b45e22aea8b7" providerId="LiveId" clId="{E63A94BA-0CC0-47FD-B2D6-DE75300A31D0}" dt="2024-11-08T21:13:56.919" v="3145" actId="1076"/>
          <ac:spMkLst>
            <pc:docMk/>
            <pc:sldMk cId="501764762" sldId="339"/>
            <ac:spMk id="2" creationId="{ABA67F99-3953-46AA-A801-C2A05ABA1F6F}"/>
          </ac:spMkLst>
        </pc:spChg>
        <pc:spChg chg="del">
          <ac:chgData name="" userId="82a7b45e22aea8b7" providerId="LiveId" clId="{E63A94BA-0CC0-47FD-B2D6-DE75300A31D0}" dt="2024-11-08T20:58:19.335" v="1992"/>
          <ac:spMkLst>
            <pc:docMk/>
            <pc:sldMk cId="501764762" sldId="339"/>
            <ac:spMk id="3" creationId="{74564056-F5D5-4150-9ACE-65C992018B1C}"/>
          </ac:spMkLst>
        </pc:spChg>
        <pc:spChg chg="del">
          <ac:chgData name="" userId="82a7b45e22aea8b7" providerId="LiveId" clId="{E63A94BA-0CC0-47FD-B2D6-DE75300A31D0}" dt="2024-11-08T20:58:27.194" v="1993"/>
          <ac:spMkLst>
            <pc:docMk/>
            <pc:sldMk cId="501764762" sldId="339"/>
            <ac:spMk id="4" creationId="{BA136453-FCEB-4B02-B8B5-CB10D5A3C373}"/>
          </ac:spMkLst>
        </pc:spChg>
        <pc:spChg chg="mod">
          <ac:chgData name="" userId="82a7b45e22aea8b7" providerId="LiveId" clId="{E63A94BA-0CC0-47FD-B2D6-DE75300A31D0}" dt="2024-11-08T21:13:50.614" v="3143" actId="14100"/>
          <ac:spMkLst>
            <pc:docMk/>
            <pc:sldMk cId="501764762" sldId="339"/>
            <ac:spMk id="5" creationId="{F24A2AFA-1392-4247-807D-C614F169D212}"/>
          </ac:spMkLst>
        </pc:spChg>
        <pc:spChg chg="add mod">
          <ac:chgData name="" userId="82a7b45e22aea8b7" providerId="LiveId" clId="{E63A94BA-0CC0-47FD-B2D6-DE75300A31D0}" dt="2024-11-08T21:08:52.911" v="2527" actId="14100"/>
          <ac:spMkLst>
            <pc:docMk/>
            <pc:sldMk cId="501764762" sldId="339"/>
            <ac:spMk id="9" creationId="{92D7B7A5-CB28-41E4-B31F-4A5F1409479C}"/>
          </ac:spMkLst>
        </pc:spChg>
        <pc:spChg chg="add mod">
          <ac:chgData name="" userId="82a7b45e22aea8b7" providerId="LiveId" clId="{E63A94BA-0CC0-47FD-B2D6-DE75300A31D0}" dt="2024-11-08T21:09:00.805" v="2530" actId="14100"/>
          <ac:spMkLst>
            <pc:docMk/>
            <pc:sldMk cId="501764762" sldId="339"/>
            <ac:spMk id="10" creationId="{5B4EA587-E5F4-4E48-B48B-A77717D2E21E}"/>
          </ac:spMkLst>
        </pc:spChg>
        <pc:picChg chg="add mod">
          <ac:chgData name="" userId="82a7b45e22aea8b7" providerId="LiveId" clId="{E63A94BA-0CC0-47FD-B2D6-DE75300A31D0}" dt="2024-11-08T21:08:28.057" v="2524" actId="1076"/>
          <ac:picMkLst>
            <pc:docMk/>
            <pc:sldMk cId="501764762" sldId="339"/>
            <ac:picMk id="7" creationId="{7F99D87F-70D1-442D-A4DB-B2380B69822B}"/>
          </ac:picMkLst>
        </pc:picChg>
        <pc:picChg chg="add mod">
          <ac:chgData name="" userId="82a7b45e22aea8b7" providerId="LiveId" clId="{E63A94BA-0CC0-47FD-B2D6-DE75300A31D0}" dt="2024-11-08T21:08:26.284" v="2523" actId="1076"/>
          <ac:picMkLst>
            <pc:docMk/>
            <pc:sldMk cId="501764762" sldId="339"/>
            <ac:picMk id="8" creationId="{E7967F52-7811-4050-97FD-494B349E1B56}"/>
          </ac:picMkLst>
        </pc:picChg>
      </pc:sldChg>
      <pc:sldChg chg="modSp add">
        <pc:chgData name="" userId="82a7b45e22aea8b7" providerId="LiveId" clId="{E63A94BA-0CC0-47FD-B2D6-DE75300A31D0}" dt="2024-11-08T21:17:12.174" v="3657" actId="20577"/>
        <pc:sldMkLst>
          <pc:docMk/>
          <pc:sldMk cId="1090578498" sldId="340"/>
        </pc:sldMkLst>
        <pc:spChg chg="mod">
          <ac:chgData name="" userId="82a7b45e22aea8b7" providerId="LiveId" clId="{E63A94BA-0CC0-47FD-B2D6-DE75300A31D0}" dt="2024-11-08T21:09:15.148" v="2547" actId="20577"/>
          <ac:spMkLst>
            <pc:docMk/>
            <pc:sldMk cId="1090578498" sldId="340"/>
            <ac:spMk id="2" creationId="{91F38032-0CF1-4EE8-9ACC-B91B950B56C4}"/>
          </ac:spMkLst>
        </pc:spChg>
        <pc:spChg chg="mod">
          <ac:chgData name="" userId="82a7b45e22aea8b7" providerId="LiveId" clId="{E63A94BA-0CC0-47FD-B2D6-DE75300A31D0}" dt="2024-11-08T21:17:12.174" v="3657" actId="20577"/>
          <ac:spMkLst>
            <pc:docMk/>
            <pc:sldMk cId="1090578498" sldId="340"/>
            <ac:spMk id="3" creationId="{32DCFF5C-C67C-4402-8846-88E3DE96EDBB}"/>
          </ac:spMkLst>
        </pc:spChg>
      </pc:sldChg>
      <pc:sldChg chg="addSp delSp modSp add">
        <pc:chgData name="" userId="82a7b45e22aea8b7" providerId="LiveId" clId="{E63A94BA-0CC0-47FD-B2D6-DE75300A31D0}" dt="2024-11-08T21:20:39.850" v="3717" actId="20577"/>
        <pc:sldMkLst>
          <pc:docMk/>
          <pc:sldMk cId="2247893941" sldId="341"/>
        </pc:sldMkLst>
        <pc:spChg chg="mod">
          <ac:chgData name="" userId="82a7b45e22aea8b7" providerId="LiveId" clId="{E63A94BA-0CC0-47FD-B2D6-DE75300A31D0}" dt="2024-11-08T21:20:39.850" v="3717" actId="20577"/>
          <ac:spMkLst>
            <pc:docMk/>
            <pc:sldMk cId="2247893941" sldId="341"/>
            <ac:spMk id="2" creationId="{873D4D2D-CB02-4512-9FA9-05D25E10641D}"/>
          </ac:spMkLst>
        </pc:spChg>
        <pc:spChg chg="del">
          <ac:chgData name="" userId="82a7b45e22aea8b7" providerId="LiveId" clId="{E63A94BA-0CC0-47FD-B2D6-DE75300A31D0}" dt="2024-11-08T21:12:46.591" v="3071" actId="478"/>
          <ac:spMkLst>
            <pc:docMk/>
            <pc:sldMk cId="2247893941" sldId="341"/>
            <ac:spMk id="3" creationId="{242F36A4-6068-4711-9F52-7973D8049D03}"/>
          </ac:spMkLst>
        </pc:spChg>
        <pc:spChg chg="del">
          <ac:chgData name="" userId="82a7b45e22aea8b7" providerId="LiveId" clId="{E63A94BA-0CC0-47FD-B2D6-DE75300A31D0}" dt="2024-11-08T21:12:45.109" v="3070" actId="478"/>
          <ac:spMkLst>
            <pc:docMk/>
            <pc:sldMk cId="2247893941" sldId="341"/>
            <ac:spMk id="4" creationId="{5A49AE59-DF2F-4CA5-9948-F6A22B03C140}"/>
          </ac:spMkLst>
        </pc:spChg>
        <pc:spChg chg="add mod">
          <ac:chgData name="" userId="82a7b45e22aea8b7" providerId="LiveId" clId="{E63A94BA-0CC0-47FD-B2D6-DE75300A31D0}" dt="2024-11-08T21:20:12.592" v="3670" actId="14100"/>
          <ac:spMkLst>
            <pc:docMk/>
            <pc:sldMk cId="2247893941" sldId="341"/>
            <ac:spMk id="9" creationId="{6C939F1A-A3BC-4506-A873-B31F3090D5E3}"/>
          </ac:spMkLst>
        </pc:spChg>
        <pc:spChg chg="add mod">
          <ac:chgData name="" userId="82a7b45e22aea8b7" providerId="LiveId" clId="{E63A94BA-0CC0-47FD-B2D6-DE75300A31D0}" dt="2024-11-08T21:20:21.006" v="3673" actId="14100"/>
          <ac:spMkLst>
            <pc:docMk/>
            <pc:sldMk cId="2247893941" sldId="341"/>
            <ac:spMk id="10" creationId="{9942D9EC-D648-48A6-A7F2-6EFF4F3EAA46}"/>
          </ac:spMkLst>
        </pc:spChg>
        <pc:picChg chg="add mod">
          <ac:chgData name="" userId="82a7b45e22aea8b7" providerId="LiveId" clId="{E63A94BA-0CC0-47FD-B2D6-DE75300A31D0}" dt="2024-11-08T21:12:47.681" v="3072" actId="1076"/>
          <ac:picMkLst>
            <pc:docMk/>
            <pc:sldMk cId="2247893941" sldId="341"/>
            <ac:picMk id="7" creationId="{5E6E638F-8085-4697-BBB5-6B84BEE3C902}"/>
          </ac:picMkLst>
        </pc:picChg>
        <pc:picChg chg="add mod">
          <ac:chgData name="" userId="82a7b45e22aea8b7" providerId="LiveId" clId="{E63A94BA-0CC0-47FD-B2D6-DE75300A31D0}" dt="2024-11-08T21:20:07.598" v="3668" actId="1076"/>
          <ac:picMkLst>
            <pc:docMk/>
            <pc:sldMk cId="2247893941" sldId="341"/>
            <ac:picMk id="8" creationId="{A2EB5BF3-46FA-43F4-AA98-9C5BE237B2EE}"/>
          </ac:picMkLst>
        </pc:picChg>
      </pc:sldChg>
      <pc:sldChg chg="modSp">
        <pc:chgData name="" userId="82a7b45e22aea8b7" providerId="LiveId" clId="{E63A94BA-0CC0-47FD-B2D6-DE75300A31D0}" dt="2024-11-08T21:22:57.124" v="3916" actId="20577"/>
        <pc:sldMkLst>
          <pc:docMk/>
          <pc:sldMk cId="2875097734" sldId="342"/>
        </pc:sldMkLst>
        <pc:spChg chg="mod">
          <ac:chgData name="" userId="82a7b45e22aea8b7" providerId="LiveId" clId="{E63A94BA-0CC0-47FD-B2D6-DE75300A31D0}" dt="2024-11-08T21:22:57.124" v="3916" actId="20577"/>
          <ac:spMkLst>
            <pc:docMk/>
            <pc:sldMk cId="2875097734" sldId="342"/>
            <ac:spMk id="3" creationId="{32DCFF5C-C67C-4402-8846-88E3DE96EDBB}"/>
          </ac:spMkLst>
        </pc:spChg>
      </pc:sldChg>
      <pc:sldChg chg="modSp add">
        <pc:chgData name="" userId="82a7b45e22aea8b7" providerId="LiveId" clId="{E63A94BA-0CC0-47FD-B2D6-DE75300A31D0}" dt="2024-11-08T21:26:35.783" v="4333" actId="27636"/>
        <pc:sldMkLst>
          <pc:docMk/>
          <pc:sldMk cId="2189208351" sldId="343"/>
        </pc:sldMkLst>
        <pc:spChg chg="mod">
          <ac:chgData name="" userId="82a7b45e22aea8b7" providerId="LiveId" clId="{E63A94BA-0CC0-47FD-B2D6-DE75300A31D0}" dt="2024-11-08T21:26:35.783" v="4333" actId="27636"/>
          <ac:spMkLst>
            <pc:docMk/>
            <pc:sldMk cId="2189208351" sldId="343"/>
            <ac:spMk id="3" creationId="{C2187574-571A-1617-6B1A-91EF5B343269}"/>
          </ac:spMkLst>
        </pc:spChg>
      </pc:sldChg>
      <pc:sldChg chg="addSp delSp modSp add">
        <pc:chgData name="" userId="82a7b45e22aea8b7" providerId="LiveId" clId="{E63A94BA-0CC0-47FD-B2D6-DE75300A31D0}" dt="2024-11-12T15:37:52.005" v="4463" actId="1076"/>
        <pc:sldMkLst>
          <pc:docMk/>
          <pc:sldMk cId="1739480634" sldId="344"/>
        </pc:sldMkLst>
        <pc:spChg chg="mod">
          <ac:chgData name="" userId="82a7b45e22aea8b7" providerId="LiveId" clId="{E63A94BA-0CC0-47FD-B2D6-DE75300A31D0}" dt="2024-11-12T15:37:47.411" v="4462" actId="1076"/>
          <ac:spMkLst>
            <pc:docMk/>
            <pc:sldMk cId="1739480634" sldId="344"/>
            <ac:spMk id="2" creationId="{60F2B65F-1F00-4E44-9BA8-EDC73CEC15D6}"/>
          </ac:spMkLst>
        </pc:spChg>
        <pc:spChg chg="mod">
          <ac:chgData name="" userId="82a7b45e22aea8b7" providerId="LiveId" clId="{E63A94BA-0CC0-47FD-B2D6-DE75300A31D0}" dt="2024-11-12T15:37:52.005" v="4463" actId="1076"/>
          <ac:spMkLst>
            <pc:docMk/>
            <pc:sldMk cId="1739480634" sldId="344"/>
            <ac:spMk id="3" creationId="{689FD4C0-F280-437B-BDC6-77BEBE040E08}"/>
          </ac:spMkLst>
        </pc:spChg>
        <pc:spChg chg="del">
          <ac:chgData name="" userId="82a7b45e22aea8b7" providerId="LiveId" clId="{E63A94BA-0CC0-47FD-B2D6-DE75300A31D0}" dt="2024-11-12T15:36:34.494" v="4344" actId="478"/>
          <ac:spMkLst>
            <pc:docMk/>
            <pc:sldMk cId="1739480634" sldId="344"/>
            <ac:spMk id="4" creationId="{9F724E20-E082-4170-B927-9E31DF478947}"/>
          </ac:spMkLst>
        </pc:spChg>
        <pc:spChg chg="add mod">
          <ac:chgData name="" userId="82a7b45e22aea8b7" providerId="LiveId" clId="{E63A94BA-0CC0-47FD-B2D6-DE75300A31D0}" dt="2024-11-12T15:37:33.054" v="4461" actId="14100"/>
          <ac:spMkLst>
            <pc:docMk/>
            <pc:sldMk cId="1739480634" sldId="344"/>
            <ac:spMk id="5" creationId="{1E82602E-FBE0-4DF8-AC87-650EB8C90892}"/>
          </ac:spMkLst>
        </pc:spChg>
      </pc:sldChg>
      <pc:sldChg chg="modSp add">
        <pc:chgData name="" userId="82a7b45e22aea8b7" providerId="LiveId" clId="{E63A94BA-0CC0-47FD-B2D6-DE75300A31D0}" dt="2024-11-12T15:42:11.642" v="5297" actId="20577"/>
        <pc:sldMkLst>
          <pc:docMk/>
          <pc:sldMk cId="2421333196" sldId="345"/>
        </pc:sldMkLst>
        <pc:spChg chg="mod">
          <ac:chgData name="" userId="82a7b45e22aea8b7" providerId="LiveId" clId="{E63A94BA-0CC0-47FD-B2D6-DE75300A31D0}" dt="2024-11-12T15:40:48.241" v="4998" actId="14100"/>
          <ac:spMkLst>
            <pc:docMk/>
            <pc:sldMk cId="2421333196" sldId="345"/>
            <ac:spMk id="2" creationId="{97FB7DBA-66F2-4E68-989D-0AF8FE02B3BE}"/>
          </ac:spMkLst>
        </pc:spChg>
        <pc:spChg chg="mod">
          <ac:chgData name="" userId="82a7b45e22aea8b7" providerId="LiveId" clId="{E63A94BA-0CC0-47FD-B2D6-DE75300A31D0}" dt="2024-11-12T15:42:11.642" v="5297" actId="20577"/>
          <ac:spMkLst>
            <pc:docMk/>
            <pc:sldMk cId="2421333196" sldId="345"/>
            <ac:spMk id="4" creationId="{57821705-25C9-4398-A93D-677127F2A92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449176-7A16-4185-8888-0FA531AE7B3B}"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67A35385-0EBA-4C33-8945-926112BF7C20}">
      <dgm:prSet custT="1"/>
      <dgm:spPr/>
      <dgm:t>
        <a:bodyPr/>
        <a:lstStyle/>
        <a:p>
          <a:r>
            <a:rPr lang="en-US" sz="1800" dirty="0"/>
            <a:t>While the variables and GPA seemed to have little correlation and did not do a good job predicting GPA, curiosity took over and each variable was removed separately from the group to see if correlation would increase. </a:t>
          </a:r>
        </a:p>
      </dgm:t>
    </dgm:pt>
    <dgm:pt modelId="{EFD3C60B-079B-44BF-9445-F95B42DFDE6C}" type="parTrans" cxnId="{4901B1DD-D168-4684-A10F-3F42DE5CB9C7}">
      <dgm:prSet/>
      <dgm:spPr/>
      <dgm:t>
        <a:bodyPr/>
        <a:lstStyle/>
        <a:p>
          <a:endParaRPr lang="en-US"/>
        </a:p>
      </dgm:t>
    </dgm:pt>
    <dgm:pt modelId="{01325B82-E372-4A42-8BCE-B807571781EF}" type="sibTrans" cxnId="{4901B1DD-D168-4684-A10F-3F42DE5CB9C7}">
      <dgm:prSet/>
      <dgm:spPr/>
      <dgm:t>
        <a:bodyPr/>
        <a:lstStyle/>
        <a:p>
          <a:endParaRPr lang="en-US"/>
        </a:p>
      </dgm:t>
    </dgm:pt>
    <dgm:pt modelId="{DEC0E82F-64B5-475D-8BBF-7CE0BAD0FA22}">
      <dgm:prSet custT="1"/>
      <dgm:spPr/>
      <dgm:t>
        <a:bodyPr/>
        <a:lstStyle/>
        <a:p>
          <a:r>
            <a:rPr lang="en-US" sz="1800" b="0" i="0" dirty="0"/>
            <a:t>After looking at the previously made data table. It was thought that a variable might be weighing down the distribution, so each variable was removed and the correlation was rechecked. The phone variable was removed first to see if the correlation would increase.</a:t>
          </a:r>
          <a:endParaRPr lang="en-US" sz="1800" dirty="0"/>
        </a:p>
      </dgm:t>
    </dgm:pt>
    <dgm:pt modelId="{96807737-763E-4345-BB82-2E047961609B}" type="parTrans" cxnId="{535103AC-12BB-44AD-8580-1CB044727EDF}">
      <dgm:prSet/>
      <dgm:spPr/>
      <dgm:t>
        <a:bodyPr/>
        <a:lstStyle/>
        <a:p>
          <a:endParaRPr lang="en-US"/>
        </a:p>
      </dgm:t>
    </dgm:pt>
    <dgm:pt modelId="{A734C300-7329-49A7-B8AF-5CF3C00F23FD}" type="sibTrans" cxnId="{535103AC-12BB-44AD-8580-1CB044727EDF}">
      <dgm:prSet/>
      <dgm:spPr/>
      <dgm:t>
        <a:bodyPr/>
        <a:lstStyle/>
        <a:p>
          <a:endParaRPr lang="en-US"/>
        </a:p>
      </dgm:t>
    </dgm:pt>
    <dgm:pt modelId="{EA8AA100-69F6-44E9-9D3D-E17CE0969E3A}" type="pres">
      <dgm:prSet presAssocID="{6E449176-7A16-4185-8888-0FA531AE7B3B}" presName="hierChild1" presStyleCnt="0">
        <dgm:presLayoutVars>
          <dgm:chPref val="1"/>
          <dgm:dir/>
          <dgm:animOne val="branch"/>
          <dgm:animLvl val="lvl"/>
          <dgm:resizeHandles/>
        </dgm:presLayoutVars>
      </dgm:prSet>
      <dgm:spPr/>
    </dgm:pt>
    <dgm:pt modelId="{902EDA2D-E91A-447D-9E71-52B0E1B0CB50}" type="pres">
      <dgm:prSet presAssocID="{67A35385-0EBA-4C33-8945-926112BF7C20}" presName="hierRoot1" presStyleCnt="0"/>
      <dgm:spPr/>
    </dgm:pt>
    <dgm:pt modelId="{14BFDFDA-8550-456A-911D-D03AB48B3BC0}" type="pres">
      <dgm:prSet presAssocID="{67A35385-0EBA-4C33-8945-926112BF7C20}" presName="composite" presStyleCnt="0"/>
      <dgm:spPr/>
    </dgm:pt>
    <dgm:pt modelId="{A95A052B-7627-4A25-9CBC-D8B8CB1A8D4D}" type="pres">
      <dgm:prSet presAssocID="{67A35385-0EBA-4C33-8945-926112BF7C20}" presName="background" presStyleLbl="node0" presStyleIdx="0" presStyleCnt="2"/>
      <dgm:spPr/>
    </dgm:pt>
    <dgm:pt modelId="{970C55B4-19EB-4FAC-98CA-B5EA35516AF1}" type="pres">
      <dgm:prSet presAssocID="{67A35385-0EBA-4C33-8945-926112BF7C20}" presName="text" presStyleLbl="fgAcc0" presStyleIdx="0" presStyleCnt="2" custScaleX="121070" custScaleY="130902">
        <dgm:presLayoutVars>
          <dgm:chPref val="3"/>
        </dgm:presLayoutVars>
      </dgm:prSet>
      <dgm:spPr/>
    </dgm:pt>
    <dgm:pt modelId="{33EFCCAC-632F-4635-81E9-EA8BB816B4D4}" type="pres">
      <dgm:prSet presAssocID="{67A35385-0EBA-4C33-8945-926112BF7C20}" presName="hierChild2" presStyleCnt="0"/>
      <dgm:spPr/>
    </dgm:pt>
    <dgm:pt modelId="{C78E3A74-DD8B-4489-B371-55FAD7285720}" type="pres">
      <dgm:prSet presAssocID="{DEC0E82F-64B5-475D-8BBF-7CE0BAD0FA22}" presName="hierRoot1" presStyleCnt="0"/>
      <dgm:spPr/>
    </dgm:pt>
    <dgm:pt modelId="{1EC836E5-E9FA-402D-AEA2-AE9721F28DC9}" type="pres">
      <dgm:prSet presAssocID="{DEC0E82F-64B5-475D-8BBF-7CE0BAD0FA22}" presName="composite" presStyleCnt="0"/>
      <dgm:spPr/>
    </dgm:pt>
    <dgm:pt modelId="{5BF4AA8E-B543-4A63-8A65-3167D264C445}" type="pres">
      <dgm:prSet presAssocID="{DEC0E82F-64B5-475D-8BBF-7CE0BAD0FA22}" presName="background" presStyleLbl="node0" presStyleIdx="1" presStyleCnt="2"/>
      <dgm:spPr/>
    </dgm:pt>
    <dgm:pt modelId="{75A8C18B-3238-40EE-AA59-03C5E7817CB0}" type="pres">
      <dgm:prSet presAssocID="{DEC0E82F-64B5-475D-8BBF-7CE0BAD0FA22}" presName="text" presStyleLbl="fgAcc0" presStyleIdx="1" presStyleCnt="2" custScaleX="121194" custScaleY="131049">
        <dgm:presLayoutVars>
          <dgm:chPref val="3"/>
        </dgm:presLayoutVars>
      </dgm:prSet>
      <dgm:spPr/>
    </dgm:pt>
    <dgm:pt modelId="{388B73E9-722B-4389-9547-58AAA80E12B0}" type="pres">
      <dgm:prSet presAssocID="{DEC0E82F-64B5-475D-8BBF-7CE0BAD0FA22}" presName="hierChild2" presStyleCnt="0"/>
      <dgm:spPr/>
    </dgm:pt>
  </dgm:ptLst>
  <dgm:cxnLst>
    <dgm:cxn modelId="{B068C719-CF80-4737-984F-A13ED90751A0}" type="presOf" srcId="{6E449176-7A16-4185-8888-0FA531AE7B3B}" destId="{EA8AA100-69F6-44E9-9D3D-E17CE0969E3A}" srcOrd="0" destOrd="0" presId="urn:microsoft.com/office/officeart/2005/8/layout/hierarchy1"/>
    <dgm:cxn modelId="{3668FD26-BD82-4A8F-956F-F2ECCFB9A261}" type="presOf" srcId="{67A35385-0EBA-4C33-8945-926112BF7C20}" destId="{970C55B4-19EB-4FAC-98CA-B5EA35516AF1}" srcOrd="0" destOrd="0" presId="urn:microsoft.com/office/officeart/2005/8/layout/hierarchy1"/>
    <dgm:cxn modelId="{535103AC-12BB-44AD-8580-1CB044727EDF}" srcId="{6E449176-7A16-4185-8888-0FA531AE7B3B}" destId="{DEC0E82F-64B5-475D-8BBF-7CE0BAD0FA22}" srcOrd="1" destOrd="0" parTransId="{96807737-763E-4345-BB82-2E047961609B}" sibTransId="{A734C300-7329-49A7-B8AF-5CF3C00F23FD}"/>
    <dgm:cxn modelId="{4901B1DD-D168-4684-A10F-3F42DE5CB9C7}" srcId="{6E449176-7A16-4185-8888-0FA531AE7B3B}" destId="{67A35385-0EBA-4C33-8945-926112BF7C20}" srcOrd="0" destOrd="0" parTransId="{EFD3C60B-079B-44BF-9445-F95B42DFDE6C}" sibTransId="{01325B82-E372-4A42-8BCE-B807571781EF}"/>
    <dgm:cxn modelId="{99DB66FB-CE43-4BAC-A307-2DBC48E0EB9F}" type="presOf" srcId="{DEC0E82F-64B5-475D-8BBF-7CE0BAD0FA22}" destId="{75A8C18B-3238-40EE-AA59-03C5E7817CB0}" srcOrd="0" destOrd="0" presId="urn:microsoft.com/office/officeart/2005/8/layout/hierarchy1"/>
    <dgm:cxn modelId="{1D938AA8-C44F-4A5C-A6FA-B2DADF2E6BD6}" type="presParOf" srcId="{EA8AA100-69F6-44E9-9D3D-E17CE0969E3A}" destId="{902EDA2D-E91A-447D-9E71-52B0E1B0CB50}" srcOrd="0" destOrd="0" presId="urn:microsoft.com/office/officeart/2005/8/layout/hierarchy1"/>
    <dgm:cxn modelId="{9940D1A2-C3FA-42F4-AC0D-12F6BE15EFF9}" type="presParOf" srcId="{902EDA2D-E91A-447D-9E71-52B0E1B0CB50}" destId="{14BFDFDA-8550-456A-911D-D03AB48B3BC0}" srcOrd="0" destOrd="0" presId="urn:microsoft.com/office/officeart/2005/8/layout/hierarchy1"/>
    <dgm:cxn modelId="{B53DF68B-D57C-4C94-8D12-4D432050E483}" type="presParOf" srcId="{14BFDFDA-8550-456A-911D-D03AB48B3BC0}" destId="{A95A052B-7627-4A25-9CBC-D8B8CB1A8D4D}" srcOrd="0" destOrd="0" presId="urn:microsoft.com/office/officeart/2005/8/layout/hierarchy1"/>
    <dgm:cxn modelId="{3720280C-89DB-46F3-A4B2-CBD974FB1C5D}" type="presParOf" srcId="{14BFDFDA-8550-456A-911D-D03AB48B3BC0}" destId="{970C55B4-19EB-4FAC-98CA-B5EA35516AF1}" srcOrd="1" destOrd="0" presId="urn:microsoft.com/office/officeart/2005/8/layout/hierarchy1"/>
    <dgm:cxn modelId="{E7D7B029-E99D-4B89-B0FD-719431B5FABF}" type="presParOf" srcId="{902EDA2D-E91A-447D-9E71-52B0E1B0CB50}" destId="{33EFCCAC-632F-4635-81E9-EA8BB816B4D4}" srcOrd="1" destOrd="0" presId="urn:microsoft.com/office/officeart/2005/8/layout/hierarchy1"/>
    <dgm:cxn modelId="{FFD1443F-8B1A-4245-B146-E4CBABD4A993}" type="presParOf" srcId="{EA8AA100-69F6-44E9-9D3D-E17CE0969E3A}" destId="{C78E3A74-DD8B-4489-B371-55FAD7285720}" srcOrd="1" destOrd="0" presId="urn:microsoft.com/office/officeart/2005/8/layout/hierarchy1"/>
    <dgm:cxn modelId="{D23A34BC-F6B6-4FF4-A68C-A31DEC3C139F}" type="presParOf" srcId="{C78E3A74-DD8B-4489-B371-55FAD7285720}" destId="{1EC836E5-E9FA-402D-AEA2-AE9721F28DC9}" srcOrd="0" destOrd="0" presId="urn:microsoft.com/office/officeart/2005/8/layout/hierarchy1"/>
    <dgm:cxn modelId="{E085DA42-DC3D-4DD0-BAF7-828CD9A6B013}" type="presParOf" srcId="{1EC836E5-E9FA-402D-AEA2-AE9721F28DC9}" destId="{5BF4AA8E-B543-4A63-8A65-3167D264C445}" srcOrd="0" destOrd="0" presId="urn:microsoft.com/office/officeart/2005/8/layout/hierarchy1"/>
    <dgm:cxn modelId="{E8467E76-DC55-4857-9538-998E404D8E23}" type="presParOf" srcId="{1EC836E5-E9FA-402D-AEA2-AE9721F28DC9}" destId="{75A8C18B-3238-40EE-AA59-03C5E7817CB0}" srcOrd="1" destOrd="0" presId="urn:microsoft.com/office/officeart/2005/8/layout/hierarchy1"/>
    <dgm:cxn modelId="{25F5CAC7-7A62-45E2-ADCB-7324BF83FB22}" type="presParOf" srcId="{C78E3A74-DD8B-4489-B371-55FAD7285720}" destId="{388B73E9-722B-4389-9547-58AAA80E12B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DA2549-48BA-4A6C-B75E-6DFB243C5305}" type="doc">
      <dgm:prSet loTypeId="urn:microsoft.com/office/officeart/2005/8/layout/process1" loCatId="process" qsTypeId="urn:microsoft.com/office/officeart/2005/8/quickstyle/simple2" qsCatId="simple" csTypeId="urn:microsoft.com/office/officeart/2005/8/colors/accent3_2" csCatId="accent3" phldr="1"/>
      <dgm:spPr/>
      <dgm:t>
        <a:bodyPr/>
        <a:lstStyle/>
        <a:p>
          <a:endParaRPr lang="en-US"/>
        </a:p>
      </dgm:t>
    </dgm:pt>
    <dgm:pt modelId="{09F72D3E-E260-42A3-8C59-289D8125FD99}">
      <dgm:prSet/>
      <dgm:spPr/>
      <dgm:t>
        <a:bodyPr/>
        <a:lstStyle/>
        <a:p>
          <a:r>
            <a:rPr lang="en-US" dirty="0"/>
            <a:t>The R-Squared value drop from the model that had all variables which suggests that socialization influences predicting student GPA to a degree</a:t>
          </a:r>
        </a:p>
      </dgm:t>
    </dgm:pt>
    <dgm:pt modelId="{51CF75EE-76F6-485E-8523-083E0E7F8EA1}" type="parTrans" cxnId="{A00A5C29-B1B6-4252-9AAB-1735C56A6F88}">
      <dgm:prSet/>
      <dgm:spPr/>
      <dgm:t>
        <a:bodyPr/>
        <a:lstStyle/>
        <a:p>
          <a:endParaRPr lang="en-US"/>
        </a:p>
      </dgm:t>
    </dgm:pt>
    <dgm:pt modelId="{74B78096-E564-481A-B08D-A10B0877702A}" type="sibTrans" cxnId="{A00A5C29-B1B6-4252-9AAB-1735C56A6F88}">
      <dgm:prSet/>
      <dgm:spPr/>
      <dgm:t>
        <a:bodyPr/>
        <a:lstStyle/>
        <a:p>
          <a:endParaRPr lang="en-US"/>
        </a:p>
      </dgm:t>
    </dgm:pt>
    <dgm:pt modelId="{A119E5B7-7655-4BBE-B1E4-876FF0ADE36A}">
      <dgm:prSet/>
      <dgm:spPr/>
      <dgm:t>
        <a:bodyPr/>
        <a:lstStyle/>
        <a:p>
          <a:r>
            <a:rPr lang="en-US" dirty="0"/>
            <a:t>Interestingly, the R-Squared value still dropped when studying was removed, but not as significantly as when the other independent variables tested were removed. This suggests that while studying still influences GPA, it is not as much as socializing and phone. </a:t>
          </a:r>
        </a:p>
      </dgm:t>
    </dgm:pt>
    <dgm:pt modelId="{9C32282B-A28A-4D62-BDD1-45D90A909B8C}" type="parTrans" cxnId="{4E2AEF37-2DD5-474A-BA16-F7555C200852}">
      <dgm:prSet/>
      <dgm:spPr/>
      <dgm:t>
        <a:bodyPr/>
        <a:lstStyle/>
        <a:p>
          <a:endParaRPr lang="en-US"/>
        </a:p>
      </dgm:t>
    </dgm:pt>
    <dgm:pt modelId="{3EEC64D2-F59B-4C8A-AE89-B51BEB82BE1B}" type="sibTrans" cxnId="{4E2AEF37-2DD5-474A-BA16-F7555C200852}">
      <dgm:prSet/>
      <dgm:spPr/>
      <dgm:t>
        <a:bodyPr/>
        <a:lstStyle/>
        <a:p>
          <a:endParaRPr lang="en-US"/>
        </a:p>
      </dgm:t>
    </dgm:pt>
    <dgm:pt modelId="{5BA8217B-ADE9-45F3-9674-74D16A43DF6B}" type="pres">
      <dgm:prSet presAssocID="{73DA2549-48BA-4A6C-B75E-6DFB243C5305}" presName="Name0" presStyleCnt="0">
        <dgm:presLayoutVars>
          <dgm:dir/>
          <dgm:resizeHandles val="exact"/>
        </dgm:presLayoutVars>
      </dgm:prSet>
      <dgm:spPr/>
    </dgm:pt>
    <dgm:pt modelId="{31CD086B-A97B-476F-BC3E-A94A96662578}" type="pres">
      <dgm:prSet presAssocID="{09F72D3E-E260-42A3-8C59-289D8125FD99}" presName="node" presStyleLbl="node1" presStyleIdx="0" presStyleCnt="2">
        <dgm:presLayoutVars>
          <dgm:bulletEnabled val="1"/>
        </dgm:presLayoutVars>
      </dgm:prSet>
      <dgm:spPr/>
    </dgm:pt>
    <dgm:pt modelId="{09AC2DCA-949F-4452-9C70-D26157AA51AE}" type="pres">
      <dgm:prSet presAssocID="{74B78096-E564-481A-B08D-A10B0877702A}" presName="sibTrans" presStyleLbl="sibTrans2D1" presStyleIdx="0" presStyleCnt="1" custFlipVert="1" custFlipHor="1" custScaleX="12616" custScaleY="10564" custLinFactNeighborX="4580" custLinFactNeighborY="14451"/>
      <dgm:spPr/>
    </dgm:pt>
    <dgm:pt modelId="{7D9E32FF-C4E0-4CAD-94E8-9E2215CE232E}" type="pres">
      <dgm:prSet presAssocID="{74B78096-E564-481A-B08D-A10B0877702A}" presName="connectorText" presStyleLbl="sibTrans2D1" presStyleIdx="0" presStyleCnt="1"/>
      <dgm:spPr/>
    </dgm:pt>
    <dgm:pt modelId="{CA336AB1-6706-4887-8256-EC1384B44DDA}" type="pres">
      <dgm:prSet presAssocID="{A119E5B7-7655-4BBE-B1E4-876FF0ADE36A}" presName="node" presStyleLbl="node1" presStyleIdx="1" presStyleCnt="2">
        <dgm:presLayoutVars>
          <dgm:bulletEnabled val="1"/>
        </dgm:presLayoutVars>
      </dgm:prSet>
      <dgm:spPr/>
    </dgm:pt>
  </dgm:ptLst>
  <dgm:cxnLst>
    <dgm:cxn modelId="{A00A5C29-B1B6-4252-9AAB-1735C56A6F88}" srcId="{73DA2549-48BA-4A6C-B75E-6DFB243C5305}" destId="{09F72D3E-E260-42A3-8C59-289D8125FD99}" srcOrd="0" destOrd="0" parTransId="{51CF75EE-76F6-485E-8523-083E0E7F8EA1}" sibTransId="{74B78096-E564-481A-B08D-A10B0877702A}"/>
    <dgm:cxn modelId="{4E2AEF37-2DD5-474A-BA16-F7555C200852}" srcId="{73DA2549-48BA-4A6C-B75E-6DFB243C5305}" destId="{A119E5B7-7655-4BBE-B1E4-876FF0ADE36A}" srcOrd="1" destOrd="0" parTransId="{9C32282B-A28A-4D62-BDD1-45D90A909B8C}" sibTransId="{3EEC64D2-F59B-4C8A-AE89-B51BEB82BE1B}"/>
    <dgm:cxn modelId="{9008AF64-345E-4622-A7D8-FA327BEA6AFF}" type="presOf" srcId="{74B78096-E564-481A-B08D-A10B0877702A}" destId="{7D9E32FF-C4E0-4CAD-94E8-9E2215CE232E}" srcOrd="1" destOrd="0" presId="urn:microsoft.com/office/officeart/2005/8/layout/process1"/>
    <dgm:cxn modelId="{515E714B-EB5E-45B0-B955-C3236CE446AF}" type="presOf" srcId="{09F72D3E-E260-42A3-8C59-289D8125FD99}" destId="{31CD086B-A97B-476F-BC3E-A94A96662578}" srcOrd="0" destOrd="0" presId="urn:microsoft.com/office/officeart/2005/8/layout/process1"/>
    <dgm:cxn modelId="{86AF1A51-BB97-4EED-B3CB-40CD067A542C}" type="presOf" srcId="{73DA2549-48BA-4A6C-B75E-6DFB243C5305}" destId="{5BA8217B-ADE9-45F3-9674-74D16A43DF6B}" srcOrd="0" destOrd="0" presId="urn:microsoft.com/office/officeart/2005/8/layout/process1"/>
    <dgm:cxn modelId="{C682CF79-B510-4B5F-B70E-F0E14E9296CD}" type="presOf" srcId="{74B78096-E564-481A-B08D-A10B0877702A}" destId="{09AC2DCA-949F-4452-9C70-D26157AA51AE}" srcOrd="0" destOrd="0" presId="urn:microsoft.com/office/officeart/2005/8/layout/process1"/>
    <dgm:cxn modelId="{83F335E8-6D24-4081-A5C5-9D2184C176B9}" type="presOf" srcId="{A119E5B7-7655-4BBE-B1E4-876FF0ADE36A}" destId="{CA336AB1-6706-4887-8256-EC1384B44DDA}" srcOrd="0" destOrd="0" presId="urn:microsoft.com/office/officeart/2005/8/layout/process1"/>
    <dgm:cxn modelId="{74F5CC9D-058A-477E-9346-BAEA6B0BAAEA}" type="presParOf" srcId="{5BA8217B-ADE9-45F3-9674-74D16A43DF6B}" destId="{31CD086B-A97B-476F-BC3E-A94A96662578}" srcOrd="0" destOrd="0" presId="urn:microsoft.com/office/officeart/2005/8/layout/process1"/>
    <dgm:cxn modelId="{65E5BA9D-8B70-4923-9CE1-A98965938501}" type="presParOf" srcId="{5BA8217B-ADE9-45F3-9674-74D16A43DF6B}" destId="{09AC2DCA-949F-4452-9C70-D26157AA51AE}" srcOrd="1" destOrd="0" presId="urn:microsoft.com/office/officeart/2005/8/layout/process1"/>
    <dgm:cxn modelId="{6F74AFA3-80B3-40B1-9AF9-7B53EEF6ED0A}" type="presParOf" srcId="{09AC2DCA-949F-4452-9C70-D26157AA51AE}" destId="{7D9E32FF-C4E0-4CAD-94E8-9E2215CE232E}" srcOrd="0" destOrd="0" presId="urn:microsoft.com/office/officeart/2005/8/layout/process1"/>
    <dgm:cxn modelId="{FDF1D991-16FA-4474-AD2D-B5C34E7B0E72}" type="presParOf" srcId="{5BA8217B-ADE9-45F3-9674-74D16A43DF6B}" destId="{CA336AB1-6706-4887-8256-EC1384B44DDA}"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5A052B-7627-4A25-9CBC-D8B8CB1A8D4D}">
      <dsp:nvSpPr>
        <dsp:cNvPr id="0" name=""/>
        <dsp:cNvSpPr/>
      </dsp:nvSpPr>
      <dsp:spPr>
        <a:xfrm>
          <a:off x="3514" y="508301"/>
          <a:ext cx="3739639" cy="2567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70C55B4-19EB-4FAC-98CA-B5EA35516AF1}">
      <dsp:nvSpPr>
        <dsp:cNvPr id="0" name=""/>
        <dsp:cNvSpPr/>
      </dsp:nvSpPr>
      <dsp:spPr>
        <a:xfrm>
          <a:off x="346717" y="834344"/>
          <a:ext cx="3739639" cy="256751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While the variables and GPA seemed to have little correlation and did not do a good job predicting GPA, curiosity took over and each variable was removed separately from the group to see if correlation would increase. </a:t>
          </a:r>
        </a:p>
      </dsp:txBody>
      <dsp:txXfrm>
        <a:off x="421917" y="909544"/>
        <a:ext cx="3589239" cy="2417116"/>
      </dsp:txXfrm>
    </dsp:sp>
    <dsp:sp modelId="{5BF4AA8E-B543-4A63-8A65-3167D264C445}">
      <dsp:nvSpPr>
        <dsp:cNvPr id="0" name=""/>
        <dsp:cNvSpPr/>
      </dsp:nvSpPr>
      <dsp:spPr>
        <a:xfrm>
          <a:off x="4429559" y="508301"/>
          <a:ext cx="3743469" cy="257039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5A8C18B-3238-40EE-AA59-03C5E7817CB0}">
      <dsp:nvSpPr>
        <dsp:cNvPr id="0" name=""/>
        <dsp:cNvSpPr/>
      </dsp:nvSpPr>
      <dsp:spPr>
        <a:xfrm>
          <a:off x="4772761" y="834344"/>
          <a:ext cx="3743469" cy="25703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After looking at the previously made data table. It was thought that a variable might be weighing down the distribution, so each variable was removed and the correlation was rechecked. The phone variable was removed first to see if the correlation would increase.</a:t>
          </a:r>
          <a:endParaRPr lang="en-US" sz="1800" kern="1200" dirty="0"/>
        </a:p>
      </dsp:txBody>
      <dsp:txXfrm>
        <a:off x="4848045" y="909628"/>
        <a:ext cx="3592901" cy="24198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D086B-A97B-476F-BC3E-A94A96662578}">
      <dsp:nvSpPr>
        <dsp:cNvPr id="0" name=""/>
        <dsp:cNvSpPr/>
      </dsp:nvSpPr>
      <dsp:spPr>
        <a:xfrm>
          <a:off x="1724" y="679212"/>
          <a:ext cx="3677714" cy="272380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R-Squared value drop from the model that had all variables which suggests that socialization influences predicting student GPA to a degree</a:t>
          </a:r>
        </a:p>
      </dsp:txBody>
      <dsp:txXfrm>
        <a:off x="81502" y="758990"/>
        <a:ext cx="3518158" cy="2564250"/>
      </dsp:txXfrm>
    </dsp:sp>
    <dsp:sp modelId="{09AC2DCA-949F-4452-9C70-D26157AA51AE}">
      <dsp:nvSpPr>
        <dsp:cNvPr id="0" name=""/>
        <dsp:cNvSpPr/>
      </dsp:nvSpPr>
      <dsp:spPr>
        <a:xfrm flipH="1" flipV="1">
          <a:off x="4423574" y="2124743"/>
          <a:ext cx="98363" cy="96351"/>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452479" y="2144013"/>
        <a:ext cx="69458" cy="57811"/>
      </dsp:txXfrm>
    </dsp:sp>
    <dsp:sp modelId="{CA336AB1-6706-4887-8256-EC1384B44DDA}">
      <dsp:nvSpPr>
        <dsp:cNvPr id="0" name=""/>
        <dsp:cNvSpPr/>
      </dsp:nvSpPr>
      <dsp:spPr>
        <a:xfrm>
          <a:off x="5150524" y="679212"/>
          <a:ext cx="3677714" cy="272380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Interestingly, the R-Squared value still dropped when studying was removed, but not as significantly as when the other independent variables tested were removed. This suggests that while studying still influences GPA, it is not as much as socializing and phone. </a:t>
          </a:r>
        </a:p>
      </dsp:txBody>
      <dsp:txXfrm>
        <a:off x="5230302" y="758990"/>
        <a:ext cx="3518158" cy="256425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2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0.png"/><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file:///C:\Users\ruesc\Downloads\Math391Project%20(1).html" TargetMode="External"/><Relationship Id="rId2" Type="http://schemas.openxmlformats.org/officeDocument/2006/relationships/image" Target="../media/image4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298163"/>
            <a:ext cx="6392421" cy="3831221"/>
          </a:xfrm>
        </p:spPr>
        <p:txBody>
          <a:bodyPr anchor="ctr"/>
          <a:lstStyle/>
          <a:p>
            <a:r>
              <a:rPr lang="en-US" dirty="0"/>
              <a:t>Math 391:</a:t>
            </a:r>
            <a:br>
              <a:rPr lang="en-US" dirty="0"/>
            </a:br>
            <a:br>
              <a:rPr lang="en-US" dirty="0"/>
            </a:br>
            <a:br>
              <a:rPr lang="en-US" dirty="0"/>
            </a:br>
            <a:r>
              <a:rPr lang="en-US" dirty="0"/>
              <a:t>Estimating Student GPA using Matrices In Python</a:t>
            </a:r>
          </a:p>
        </p:txBody>
      </p:sp>
      <p:sp>
        <p:nvSpPr>
          <p:cNvPr id="3" name="TextBox 2">
            <a:extLst>
              <a:ext uri="{FF2B5EF4-FFF2-40B4-BE49-F238E27FC236}">
                <a16:creationId xmlns:a16="http://schemas.microsoft.com/office/drawing/2014/main" id="{17A05DAB-36F8-84B6-DF3B-566C3256741D}"/>
              </a:ext>
            </a:extLst>
          </p:cNvPr>
          <p:cNvSpPr txBox="1"/>
          <p:nvPr/>
        </p:nvSpPr>
        <p:spPr>
          <a:xfrm>
            <a:off x="2802778" y="6005481"/>
            <a:ext cx="6586444" cy="523220"/>
          </a:xfrm>
          <a:prstGeom prst="rect">
            <a:avLst/>
          </a:prstGeom>
          <a:noFill/>
        </p:spPr>
        <p:txBody>
          <a:bodyPr wrap="square" rtlCol="0">
            <a:spAutoFit/>
          </a:bodyPr>
          <a:lstStyle/>
          <a:p>
            <a:pPr algn="ctr"/>
            <a:r>
              <a:rPr lang="en-US" sz="2800" dirty="0">
                <a:solidFill>
                  <a:schemeClr val="accent1"/>
                </a:solidFill>
              </a:rPr>
              <a:t>Olivia Rueschhoff with Dr. </a:t>
            </a:r>
            <a:r>
              <a:rPr lang="en-US" sz="2800" dirty="0" err="1">
                <a:solidFill>
                  <a:schemeClr val="accent1"/>
                </a:solidFill>
              </a:rPr>
              <a:t>Seyfi</a:t>
            </a:r>
            <a:r>
              <a:rPr lang="en-US" sz="2800" dirty="0">
                <a:solidFill>
                  <a:schemeClr val="accent1"/>
                </a:solidFill>
              </a:rPr>
              <a:t> Turkelli</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658368" y="291595"/>
            <a:ext cx="6583680" cy="1531357"/>
          </a:xfrm>
        </p:spPr>
        <p:txBody>
          <a:bodyPr/>
          <a:lstStyle/>
          <a:p>
            <a:r>
              <a:rPr lang="en-US" dirty="0"/>
              <a:t>Introduction</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658368" y="1822952"/>
            <a:ext cx="6839712" cy="4219032"/>
          </a:xfrm>
        </p:spPr>
        <p:txBody>
          <a:bodyPr>
            <a:normAutofit lnSpcReduction="10000"/>
          </a:bodyPr>
          <a:lstStyle/>
          <a:p>
            <a:r>
              <a:rPr lang="en-US" dirty="0"/>
              <a:t>Data was collected from Western Illinois University students anonymously using a Google Form. </a:t>
            </a:r>
          </a:p>
          <a:p>
            <a:br>
              <a:rPr lang="en-US" dirty="0"/>
            </a:br>
            <a:r>
              <a:rPr lang="en-US" dirty="0"/>
              <a:t>The form asked participants to report their GPA, an overall satisfaction rating of Western Illinois University, as well as how many hours a day they spend on average sleeping, studying, socializing, and on their phone.</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Isosceles Triangle 15">
            <a:extLst>
              <a:ext uri="{FF2B5EF4-FFF2-40B4-BE49-F238E27FC236}">
                <a16:creationId xmlns:a16="http://schemas.microsoft.com/office/drawing/2014/main" id="{FB6F5FD4-E052-AC12-43E5-F580367F9272}"/>
              </a:ext>
            </a:extLst>
          </p:cNvPr>
          <p:cNvSpPr/>
          <p:nvPr/>
        </p:nvSpPr>
        <p:spPr>
          <a:xfrm rot="16200000">
            <a:off x="9075109" y="-136667"/>
            <a:ext cx="3028928" cy="3216265"/>
          </a:xfrm>
          <a:prstGeom prst="triangle">
            <a:avLst>
              <a:gd name="adj" fmla="val 99240"/>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364809" y="1554481"/>
            <a:ext cx="7043617" cy="712970"/>
          </a:xfrm>
        </p:spPr>
        <p:txBody>
          <a:bodyPr vert="horz" lIns="91440" tIns="0" rIns="91440" bIns="0" rtlCol="0" anchor="b" anchorCtr="0">
            <a:noAutofit/>
          </a:bodyPr>
          <a:lstStyle/>
          <a:p>
            <a:r>
              <a:rPr lang="en-US" sz="4800" b="1" kern="1200" cap="all" baseline="0" dirty="0">
                <a:latin typeface="+mj-lt"/>
                <a:ea typeface="+mj-ea"/>
                <a:cs typeface="+mj-cs"/>
              </a:rPr>
              <a:t>Goal</a:t>
            </a:r>
          </a:p>
        </p:txBody>
      </p:sp>
      <p:sp>
        <p:nvSpPr>
          <p:cNvPr id="17" name="Isosceles Triangle 16">
            <a:extLst>
              <a:ext uri="{FF2B5EF4-FFF2-40B4-BE49-F238E27FC236}">
                <a16:creationId xmlns:a16="http://schemas.microsoft.com/office/drawing/2014/main" id="{B692B99D-0EE8-1567-E3E5-1150469721AE}"/>
              </a:ext>
            </a:extLst>
          </p:cNvPr>
          <p:cNvSpPr/>
          <p:nvPr/>
        </p:nvSpPr>
        <p:spPr>
          <a:xfrm rot="18509408">
            <a:off x="9936941" y="-499680"/>
            <a:ext cx="1331497" cy="5172558"/>
          </a:xfrm>
          <a:custGeom>
            <a:avLst/>
            <a:gdLst>
              <a:gd name="connsiteX0" fmla="*/ 0 w 1329851"/>
              <a:gd name="connsiteY0" fmla="*/ 5172558 h 5172558"/>
              <a:gd name="connsiteX1" fmla="*/ 1329851 w 1329851"/>
              <a:gd name="connsiteY1" fmla="*/ 0 h 5172558"/>
              <a:gd name="connsiteX2" fmla="*/ 1329851 w 1329851"/>
              <a:gd name="connsiteY2" fmla="*/ 5172558 h 5172558"/>
              <a:gd name="connsiteX3" fmla="*/ 0 w 1329851"/>
              <a:gd name="connsiteY3" fmla="*/ 5172558 h 5172558"/>
              <a:gd name="connsiteX0" fmla="*/ 0 w 1331497"/>
              <a:gd name="connsiteY0" fmla="*/ 5172558 h 5172558"/>
              <a:gd name="connsiteX1" fmla="*/ 1329851 w 1331497"/>
              <a:gd name="connsiteY1" fmla="*/ 0 h 5172558"/>
              <a:gd name="connsiteX2" fmla="*/ 1331497 w 1331497"/>
              <a:gd name="connsiteY2" fmla="*/ 4080891 h 5172558"/>
              <a:gd name="connsiteX3" fmla="*/ 0 w 1331497"/>
              <a:gd name="connsiteY3" fmla="*/ 5172558 h 5172558"/>
            </a:gdLst>
            <a:ahLst/>
            <a:cxnLst>
              <a:cxn ang="0">
                <a:pos x="connsiteX0" y="connsiteY0"/>
              </a:cxn>
              <a:cxn ang="0">
                <a:pos x="connsiteX1" y="connsiteY1"/>
              </a:cxn>
              <a:cxn ang="0">
                <a:pos x="connsiteX2" y="connsiteY2"/>
              </a:cxn>
              <a:cxn ang="0">
                <a:pos x="connsiteX3" y="connsiteY3"/>
              </a:cxn>
            </a:cxnLst>
            <a:rect l="l" t="t" r="r" b="b"/>
            <a:pathLst>
              <a:path w="1331497" h="5172558">
                <a:moveTo>
                  <a:pt x="0" y="5172558"/>
                </a:moveTo>
                <a:lnTo>
                  <a:pt x="1329851" y="0"/>
                </a:lnTo>
                <a:cubicBezTo>
                  <a:pt x="1330400" y="1360297"/>
                  <a:pt x="1330948" y="2720594"/>
                  <a:pt x="1331497" y="4080891"/>
                </a:cubicBezTo>
                <a:lnTo>
                  <a:pt x="0" y="5172558"/>
                </a:lnTo>
                <a:close/>
              </a:path>
            </a:pathLst>
          </a:custGeom>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a:p>
        </p:txBody>
      </p:sp>
      <p:sp>
        <p:nvSpPr>
          <p:cNvPr id="14" name="Slide Number Placeholder 2">
            <a:extLst>
              <a:ext uri="{FF2B5EF4-FFF2-40B4-BE49-F238E27FC236}">
                <a16:creationId xmlns:a16="http://schemas.microsoft.com/office/drawing/2014/main" id="{33F2B0DC-971E-0134-C4F8-9D2674144BAD}"/>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3</a:t>
            </a:fld>
            <a:endParaRPr lang="en-US"/>
          </a:p>
        </p:txBody>
      </p:sp>
      <p:sp>
        <p:nvSpPr>
          <p:cNvPr id="10" name="TextBox 9">
            <a:extLst>
              <a:ext uri="{FF2B5EF4-FFF2-40B4-BE49-F238E27FC236}">
                <a16:creationId xmlns:a16="http://schemas.microsoft.com/office/drawing/2014/main" id="{94A09043-F948-E672-6091-E86C8A90C6C0}"/>
              </a:ext>
            </a:extLst>
          </p:cNvPr>
          <p:cNvSpPr txBox="1"/>
          <p:nvPr/>
        </p:nvSpPr>
        <p:spPr>
          <a:xfrm>
            <a:off x="4364808" y="2629084"/>
            <a:ext cx="7043618" cy="3028929"/>
          </a:xfrm>
          <a:prstGeom prst="rect">
            <a:avLst/>
          </a:prstGeom>
        </p:spPr>
        <p:txBody>
          <a:bodyPr vert="horz" lIns="91440" tIns="0" rIns="91440" bIns="0" rtlCol="0">
            <a:noAutofit/>
          </a:bodyPr>
          <a:lstStyle/>
          <a:p>
            <a:pPr defTabSz="914400">
              <a:spcAft>
                <a:spcPts val="600"/>
              </a:spcAft>
              <a:buFont typeface="Arial" panose="020B0604020202020204" pitchFamily="34" charset="0"/>
            </a:pPr>
            <a:r>
              <a:rPr lang="en-US" sz="3600" dirty="0">
                <a:solidFill>
                  <a:schemeClr val="accent6"/>
                </a:solidFill>
              </a:rPr>
              <a:t>This data was then used to see if hours of sleep, studying, socializing, phone use and satisfaction rating could be used to accurately predict GPA</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38375" y="1983479"/>
            <a:ext cx="6343756" cy="999364"/>
          </a:xfrm>
        </p:spPr>
        <p:txBody>
          <a:bodyPr anchor="b">
            <a:normAutofit fontScale="90000"/>
          </a:bodyPr>
          <a:lstStyle/>
          <a:p>
            <a:r>
              <a:rPr lang="en-US" dirty="0"/>
              <a:t>GPA Versus Variables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type="body" sz="quarter" idx="13"/>
          </p:nvPr>
        </p:nvSpPr>
        <p:spPr>
          <a:xfrm>
            <a:off x="496914" y="2982842"/>
            <a:ext cx="5807171" cy="1984811"/>
          </a:xfrm>
        </p:spPr>
        <p:txBody>
          <a:bodyPr anchor="t">
            <a:normAutofit/>
          </a:bodyPr>
          <a:lstStyle/>
          <a:p>
            <a:r>
              <a:rPr lang="en-US" dirty="0"/>
              <a:t>First a Matrix was constructed for all the observations to be used against the GPA. This was labeled as X Factors. Then the X Factors were plotted against their corresponding GPA to get a visualization of the data and if there’s any obvious correlation, which there is not that can be seen in the graph below.</a:t>
            </a:r>
          </a:p>
        </p:txBody>
      </p:sp>
      <p:pic>
        <p:nvPicPr>
          <p:cNvPr id="1026" name="Picture 2">
            <a:extLst>
              <a:ext uri="{FF2B5EF4-FFF2-40B4-BE49-F238E27FC236}">
                <a16:creationId xmlns:a16="http://schemas.microsoft.com/office/drawing/2014/main" id="{68957F1B-E9EC-E5A4-F58A-446724B6243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14016" y="1806724"/>
            <a:ext cx="4881070" cy="3721817"/>
          </a:xfrm>
          <a:prstGeom prst="rect">
            <a:avLst/>
          </a:prstGeom>
          <a:solidFill>
            <a:srgbClr val="FFFFFF"/>
          </a:solidFill>
        </p:spPr>
      </p:pic>
      <p:sp>
        <p:nvSpPr>
          <p:cNvPr id="1035" name="Slide Number Placeholder 4">
            <a:extLst>
              <a:ext uri="{FF2B5EF4-FFF2-40B4-BE49-F238E27FC236}">
                <a16:creationId xmlns:a16="http://schemas.microsoft.com/office/drawing/2014/main" id="{E6CAA318-3832-8E42-C680-8A7D939CB5E4}"/>
              </a:ext>
            </a:extLst>
          </p:cNvPr>
          <p:cNvSpPr>
            <a:spLocks noGrp="1"/>
          </p:cNvSpPr>
          <p:nvPr>
            <p:ph type="sldNum" sz="quarter" idx="10"/>
          </p:nvPr>
        </p:nvSpPr>
        <p:spPr>
          <a:xfrm>
            <a:off x="10358437" y="457199"/>
            <a:ext cx="1067589" cy="471489"/>
          </a:xfrm>
        </p:spPr>
        <p:txBody>
          <a:bodyPr/>
          <a:lstStyle/>
          <a:p>
            <a:pPr>
              <a:spcAft>
                <a:spcPts val="600"/>
              </a:spcAft>
            </a:pPr>
            <a:fld id="{48F63A3B-78C7-47BE-AE5E-E10140E04643}" type="slidenum">
              <a:rPr lang="en-US" smtClean="0"/>
              <a:pPr>
                <a:spcAft>
                  <a:spcPts val="600"/>
                </a:spcAft>
              </a:pPr>
              <a:t>4</a:t>
            </a:fld>
            <a:endParaRPr lang="en-US"/>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2B65F-1F00-4E44-9BA8-EDC73CEC15D6}"/>
              </a:ext>
            </a:extLst>
          </p:cNvPr>
          <p:cNvSpPr>
            <a:spLocks noGrp="1"/>
          </p:cNvSpPr>
          <p:nvPr>
            <p:ph type="title"/>
          </p:nvPr>
        </p:nvSpPr>
        <p:spPr>
          <a:xfrm>
            <a:off x="2083777" y="842605"/>
            <a:ext cx="5259554" cy="2495028"/>
          </a:xfrm>
        </p:spPr>
        <p:txBody>
          <a:bodyPr/>
          <a:lstStyle/>
          <a:p>
            <a:r>
              <a:rPr lang="en-US" dirty="0"/>
              <a:t>The Matrix</a:t>
            </a:r>
          </a:p>
        </p:txBody>
      </p:sp>
      <p:sp>
        <p:nvSpPr>
          <p:cNvPr id="3" name="Content Placeholder 2">
            <a:extLst>
              <a:ext uri="{FF2B5EF4-FFF2-40B4-BE49-F238E27FC236}">
                <a16:creationId xmlns:a16="http://schemas.microsoft.com/office/drawing/2014/main" id="{689FD4C0-F280-437B-BDC6-77BEBE040E08}"/>
              </a:ext>
            </a:extLst>
          </p:cNvPr>
          <p:cNvSpPr>
            <a:spLocks noGrp="1"/>
          </p:cNvSpPr>
          <p:nvPr>
            <p:ph idx="1"/>
          </p:nvPr>
        </p:nvSpPr>
        <p:spPr>
          <a:xfrm>
            <a:off x="2083777" y="3520368"/>
            <a:ext cx="5259554" cy="2233233"/>
          </a:xfrm>
        </p:spPr>
        <p:txBody>
          <a:bodyPr/>
          <a:lstStyle/>
          <a:p>
            <a:r>
              <a:rPr lang="en-US" dirty="0"/>
              <a:t>The matrix used for this project is a 49x5 matrix where each row is one observation from students. </a:t>
            </a:r>
          </a:p>
        </p:txBody>
      </p:sp>
      <p:sp>
        <p:nvSpPr>
          <p:cNvPr id="5" name="Rectangle 1">
            <a:extLst>
              <a:ext uri="{FF2B5EF4-FFF2-40B4-BE49-F238E27FC236}">
                <a16:creationId xmlns:a16="http://schemas.microsoft.com/office/drawing/2014/main" id="{1E82602E-FBE0-4DF8-AC87-650EB8C90892}"/>
              </a:ext>
            </a:extLst>
          </p:cNvPr>
          <p:cNvSpPr>
            <a:spLocks noChangeArrowheads="1"/>
          </p:cNvSpPr>
          <p:nvPr/>
        </p:nvSpPr>
        <p:spPr bwMode="auto">
          <a:xfrm>
            <a:off x="8282354" y="14255"/>
            <a:ext cx="3475537" cy="6863417"/>
          </a:xfrm>
          <a:prstGeom prst="rect">
            <a:avLst/>
          </a:prstGeom>
          <a:ln>
            <a:noFill/>
          </a:ln>
        </p:spPr>
        <p:style>
          <a:lnRef idx="3">
            <a:schemeClr val="lt1"/>
          </a:lnRef>
          <a:fillRef idx="1">
            <a:schemeClr val="accent4"/>
          </a:fillRef>
          <a:effectRef idx="1">
            <a:schemeClr val="accent4"/>
          </a:effectRef>
          <a:fontRef idx="minor">
            <a:schemeClr val="lt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tx1"/>
                </a:solidFill>
                <a:latin typeface="var(--jp-code-font-family)"/>
              </a:rPr>
              <a:t> Matrix of X </a:t>
            </a: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[[ 8. , 8. , 8. , 8. , 7.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[ 8. , 8.5, 8. , 7. , 7.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[ 8. , 7. , 6. , 8. , 6.5],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[ 6.5, 5. , 7. , 8. , 9.5],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[ 7.5, 7. , 7. , 7.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[ 7. , 7. , 6. , 9. , 7.5],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[ 6.5, 7. , 6. , 9.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[ 4. , 7.5, 5. , 6. , 6.5],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[ 7.5, 2.5, 7. , 4. , 6.5],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[ 8. , 4. , 4. , 7.5, 2.5],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[ 4. , 2. , 4. , 4. , 3.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3.5, 3. , 6. , 3.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[ 5. , 3. , 2.5, 3.5, 4.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[ 1.5, 4. , 3.5, 2.5, 2.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[ 3. , 2. , 5. , 5. , 4.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3. , 1.5, 3. , 2.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[ 4. , 2. , 3. , 9.5,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5. , 2.5, 5. , 3.5],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[ 4.5, 7. , 5. , 4.5, 2.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[11. , 5.5, 1.5, 3. , 4.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[ 1. , 1. , 2. , 3. , 3.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 , 3. , 3. , 3. , 1.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5. , 6. , 3. , 4.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[ 5. , 4. , 3.5, 4. , 5.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3. , 2. , 2. , 2.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[ 4. , 3.5, 1. , 3.5, 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[ 5. , 5. , 2.5, 2. , 1.5],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[ 2. , 5. , 2.5, 5. , 1.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[ 1. , 3. , 3. , 2. , 1.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[ 4. , 1. , 5.5, 5. , 5.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[ 3. , 2. , 1.5, 2. , 4.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[ 2. , 3. , 8. , 2. , 4.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[ 6. , 9. , 4. , 6. , 4.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[ 5. , 5.5, 5. , 3. , 2.5],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[ 3. , 2. , 5. , 5. , 3.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 , 3. , 4. , 8. , 6.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[ 4. , 3.5, 8. , 4. , 2.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[ 7. , 6. , 6.5, 8. , 4.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[ 3. , 4. , 4. , 4. , 3.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[ 3. , 6. , 6. , 5.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 , 5. , 7. , 6.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[ 5. , 6. , 6. , 6.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[ 4. , 6. , 6. , 5. , 5.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[ 5. , 6. , 6. , 5. , 4.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[ 6. , 5. , 6. , 5. , 5.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[ 6. , 4. , 5. , 6.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 , 4. , 5. , 3. , 6.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[ 6. , 4. , 5. , 5. , 4.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[ 6. , 6. , 1. , 3. , 3. </a:t>
            </a:r>
            <a:r>
              <a:rPr lang="en-US" altLang="en-US" sz="900" dirty="0">
                <a:solidFill>
                  <a:schemeClr val="tx1"/>
                </a:solidFill>
                <a:latin typeface="var(--jp-code-font-family)"/>
              </a:rPr>
              <a:t>]           </a:t>
            </a:r>
            <a:r>
              <a:rPr kumimoji="0" lang="en-US" altLang="en-US" sz="900" b="0" i="0" u="none" strike="noStrike" cap="none" normalizeH="0" baseline="0" dirty="0">
                <a:ln>
                  <a:noFill/>
                </a:ln>
                <a:solidFill>
                  <a:schemeClr val="tx1"/>
                </a:solidFill>
                <a:effectLst/>
                <a:latin typeface="var(--jp-code-font-family)"/>
              </a:rPr>
              <a:t>]  </a:t>
            </a:r>
            <a:r>
              <a:rPr lang="en-US" altLang="en-US" sz="900" dirty="0">
                <a:solidFill>
                  <a:schemeClr val="tx1"/>
                </a:solidFill>
                <a:latin typeface="var(--jp-code-font-family)"/>
              </a:rPr>
              <a:t>49X5</a:t>
            </a:r>
            <a:r>
              <a:rPr kumimoji="0" lang="en-US" altLang="en-US" sz="900" b="0" i="0" u="none" strike="noStrike" cap="none" normalizeH="0" baseline="0" dirty="0">
                <a:ln>
                  <a:noFill/>
                </a:ln>
                <a:solidFill>
                  <a:schemeClr val="tx1"/>
                </a:solidFill>
                <a:effectLst/>
              </a:rPr>
              <a:t> </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9480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810386"/>
            <a:ext cx="7965461" cy="994164"/>
          </a:xfrm>
        </p:spPr>
        <p:txBody>
          <a:bodyPr/>
          <a:lstStyle/>
          <a:p>
            <a:r>
              <a:rPr lang="en-US" dirty="0"/>
              <a:t>Using Python with Matrix Conversions</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3191255"/>
            <a:ext cx="7965460" cy="3209546"/>
          </a:xfrm>
        </p:spPr>
        <p:txBody>
          <a:bodyPr>
            <a:normAutofit/>
          </a:bodyPr>
          <a:lstStyle/>
          <a:p>
            <a:pPr marL="0" indent="0">
              <a:buNone/>
            </a:pPr>
            <a:r>
              <a:rPr lang="en-US" dirty="0"/>
              <a:t>beta = np.dot((np.dot(</a:t>
            </a:r>
            <a:r>
              <a:rPr lang="en-US" dirty="0" err="1"/>
              <a:t>np.linalg.inv</a:t>
            </a:r>
            <a:r>
              <a:rPr lang="en-US" dirty="0"/>
              <a:t>(np.dot(X_T,X)),X_T)),GPA)</a:t>
            </a:r>
          </a:p>
          <a:p>
            <a:pPr marL="0" indent="0">
              <a:buNone/>
            </a:pPr>
            <a:endParaRPr lang="en-US" dirty="0"/>
          </a:p>
          <a:p>
            <a:pPr marL="0" indent="0">
              <a:buNone/>
            </a:pPr>
            <a:r>
              <a:rPr lang="en-US" dirty="0"/>
              <a:t>Produces: </a:t>
            </a:r>
          </a:p>
          <a:p>
            <a:pPr marL="0" indent="0">
              <a:buNone/>
            </a:pPr>
            <a:endParaRPr lang="en-US" dirty="0"/>
          </a:p>
          <a:p>
            <a:pPr marL="0" indent="0">
              <a:buNone/>
            </a:pPr>
            <a:r>
              <a:rPr lang="en-US" sz="1500" dirty="0"/>
              <a:t>A 5 x1 matrix for each column</a:t>
            </a:r>
          </a:p>
          <a:p>
            <a:pPr marL="0" indent="0">
              <a:buNone/>
            </a:pPr>
            <a:endParaRPr lang="en-US" sz="1700" dirty="0"/>
          </a:p>
          <a:p>
            <a:pPr marL="0" indent="0">
              <a:buNone/>
            </a:pPr>
            <a:r>
              <a:rPr lang="en-US" dirty="0"/>
              <a:t>This gives the coefficients for each X variable by least squares regression.</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4" name="Rectangle 1">
            <a:extLst>
              <a:ext uri="{FF2B5EF4-FFF2-40B4-BE49-F238E27FC236}">
                <a16:creationId xmlns:a16="http://schemas.microsoft.com/office/drawing/2014/main" id="{88FB5951-E39C-741D-2E48-9DCCB2A7D706}"/>
              </a:ext>
            </a:extLst>
          </p:cNvPr>
          <p:cNvSpPr>
            <a:spLocks noChangeArrowheads="1"/>
          </p:cNvSpPr>
          <p:nvPr/>
        </p:nvSpPr>
        <p:spPr bwMode="auto">
          <a:xfrm>
            <a:off x="3556000" y="4219001"/>
            <a:ext cx="7640320"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var(--jp-code-font-family)"/>
              </a:rPr>
              <a:t>array([[0.08436857], [0.18868691], [0.1942395 ], [0.19828581], [0.06177459]])</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0764DD0-1DDC-4BA8-BD23-CBEA5C32F337}"/>
                  </a:ext>
                </a:extLst>
              </p:cNvPr>
              <p:cNvSpPr txBox="1"/>
              <p:nvPr/>
            </p:nvSpPr>
            <p:spPr>
              <a:xfrm>
                <a:off x="3556000" y="1882654"/>
                <a:ext cx="6219766" cy="947503"/>
              </a:xfrm>
              <a:prstGeom prst="rect">
                <a:avLst/>
              </a:prstGeom>
              <a:noFill/>
            </p:spPr>
            <p:txBody>
              <a:bodyPr wrap="square" rtlCol="0">
                <a:spAutoFit/>
              </a:bodyPr>
              <a:lstStyle/>
              <a:p>
                <a:r>
                  <a:rPr lang="en-US" dirty="0">
                    <a:solidFill>
                      <a:schemeClr val="accent6"/>
                    </a:solidFill>
                    <a:latin typeface="+mj-lt"/>
                  </a:rPr>
                  <a:t>Using least squares formula: </a:t>
                </a:r>
                <a14:m>
                  <m:oMath xmlns:m="http://schemas.openxmlformats.org/officeDocument/2006/math">
                    <m:sSup>
                      <m:sSupPr>
                        <m:ctrlPr>
                          <a:rPr lang="en-US" sz="2800" i="1">
                            <a:solidFill>
                              <a:schemeClr val="accent6"/>
                            </a:solidFill>
                            <a:latin typeface="Cambria Math" panose="02040503050406030204" pitchFamily="18" charset="0"/>
                          </a:rPr>
                        </m:ctrlPr>
                      </m:sSupPr>
                      <m:e>
                        <m:r>
                          <a:rPr lang="en-US" sz="2800" i="1">
                            <a:solidFill>
                              <a:schemeClr val="accent6"/>
                            </a:solidFill>
                            <a:latin typeface="Cambria Math" panose="02040503050406030204" pitchFamily="18" charset="0"/>
                          </a:rPr>
                          <m:t>(</m:t>
                        </m:r>
                        <m:sSup>
                          <m:sSupPr>
                            <m:ctrlPr>
                              <a:rPr lang="en-US" sz="2800" i="1">
                                <a:solidFill>
                                  <a:schemeClr val="accent6"/>
                                </a:solidFill>
                                <a:latin typeface="Cambria Math" panose="02040503050406030204" pitchFamily="18" charset="0"/>
                              </a:rPr>
                            </m:ctrlPr>
                          </m:sSupPr>
                          <m:e>
                            <m:r>
                              <a:rPr lang="en-US" sz="2800" i="1">
                                <a:solidFill>
                                  <a:schemeClr val="accent6"/>
                                </a:solidFill>
                                <a:latin typeface="Cambria Math" panose="02040503050406030204" pitchFamily="18" charset="0"/>
                              </a:rPr>
                              <m:t>𝑋</m:t>
                            </m:r>
                          </m:e>
                          <m:sup>
                            <m:r>
                              <a:rPr lang="en-US" sz="2800" i="1">
                                <a:solidFill>
                                  <a:schemeClr val="accent6"/>
                                </a:solidFill>
                                <a:latin typeface="Cambria Math" panose="02040503050406030204" pitchFamily="18" charset="0"/>
                              </a:rPr>
                              <m:t>𝑇</m:t>
                            </m:r>
                          </m:sup>
                        </m:sSup>
                        <m:r>
                          <a:rPr lang="en-US" sz="2800" i="1">
                            <a:solidFill>
                              <a:schemeClr val="accent6"/>
                            </a:solidFill>
                            <a:latin typeface="Cambria Math" panose="02040503050406030204" pitchFamily="18" charset="0"/>
                          </a:rPr>
                          <m:t>𝑋</m:t>
                        </m:r>
                        <m:r>
                          <a:rPr lang="en-US" sz="2800" i="1">
                            <a:solidFill>
                              <a:schemeClr val="accent6"/>
                            </a:solidFill>
                            <a:latin typeface="Cambria Math" panose="02040503050406030204" pitchFamily="18" charset="0"/>
                          </a:rPr>
                          <m:t>)</m:t>
                        </m:r>
                      </m:e>
                      <m:sup>
                        <m:r>
                          <a:rPr lang="en-US" sz="2800" i="1">
                            <a:solidFill>
                              <a:schemeClr val="accent6"/>
                            </a:solidFill>
                            <a:latin typeface="Cambria Math" panose="02040503050406030204" pitchFamily="18" charset="0"/>
                          </a:rPr>
                          <m:t>−1</m:t>
                        </m:r>
                      </m:sup>
                    </m:sSup>
                    <m:sSup>
                      <m:sSupPr>
                        <m:ctrlPr>
                          <a:rPr lang="en-US" sz="2800" i="1">
                            <a:solidFill>
                              <a:schemeClr val="accent6"/>
                            </a:solidFill>
                            <a:latin typeface="Cambria Math" panose="02040503050406030204" pitchFamily="18" charset="0"/>
                          </a:rPr>
                        </m:ctrlPr>
                      </m:sSupPr>
                      <m:e>
                        <m:r>
                          <a:rPr lang="en-US" sz="2800" i="1">
                            <a:solidFill>
                              <a:schemeClr val="accent6"/>
                            </a:solidFill>
                            <a:latin typeface="Cambria Math" panose="02040503050406030204" pitchFamily="18" charset="0"/>
                          </a:rPr>
                          <m:t>𝑋</m:t>
                        </m:r>
                      </m:e>
                      <m:sup>
                        <m:r>
                          <a:rPr lang="en-US" sz="2800" i="1">
                            <a:solidFill>
                              <a:schemeClr val="accent6"/>
                            </a:solidFill>
                            <a:latin typeface="Cambria Math" panose="02040503050406030204" pitchFamily="18" charset="0"/>
                          </a:rPr>
                          <m:t>𝑇</m:t>
                        </m:r>
                      </m:sup>
                    </m:sSup>
                    <m:r>
                      <a:rPr lang="en-US" sz="2800" i="1">
                        <a:solidFill>
                          <a:schemeClr val="accent6"/>
                        </a:solidFill>
                        <a:latin typeface="Cambria Math" panose="02040503050406030204" pitchFamily="18" charset="0"/>
                      </a:rPr>
                      <m:t>𝑌</m:t>
                    </m:r>
                  </m:oMath>
                </a14:m>
                <a:endParaRPr lang="en-US" sz="2800" dirty="0">
                  <a:solidFill>
                    <a:schemeClr val="accent6"/>
                  </a:solidFill>
                  <a:latin typeface="+mj-lt"/>
                </a:endParaRPr>
              </a:p>
              <a:p>
                <a:pPr>
                  <a:lnSpc>
                    <a:spcPct val="200000"/>
                  </a:lnSpc>
                </a:pPr>
                <a:r>
                  <a:rPr lang="en-US" sz="1600" dirty="0"/>
                  <a:t>X is the 49x5 matrix of X values, and Y is the GPA vector</a:t>
                </a:r>
              </a:p>
            </p:txBody>
          </p:sp>
        </mc:Choice>
        <mc:Fallback xmlns="">
          <p:sp>
            <p:nvSpPr>
              <p:cNvPr id="5" name="TextBox 4">
                <a:extLst>
                  <a:ext uri="{FF2B5EF4-FFF2-40B4-BE49-F238E27FC236}">
                    <a16:creationId xmlns:a16="http://schemas.microsoft.com/office/drawing/2014/main" id="{F0764DD0-1DDC-4BA8-BD23-CBEA5C32F337}"/>
                  </a:ext>
                </a:extLst>
              </p:cNvPr>
              <p:cNvSpPr txBox="1">
                <a:spLocks noRot="1" noChangeAspect="1" noMove="1" noResize="1" noEditPoints="1" noAdjustHandles="1" noChangeArrowheads="1" noChangeShapeType="1" noTextEdit="1"/>
              </p:cNvSpPr>
              <p:nvPr/>
            </p:nvSpPr>
            <p:spPr>
              <a:xfrm>
                <a:off x="3556000" y="1882654"/>
                <a:ext cx="6219766" cy="947503"/>
              </a:xfrm>
              <a:prstGeom prst="rect">
                <a:avLst/>
              </a:prstGeom>
              <a:blipFill>
                <a:blip r:embed="rId3"/>
                <a:stretch>
                  <a:fillRect l="-784" b="-7742"/>
                </a:stretch>
              </a:blipFill>
            </p:spPr>
            <p:txBody>
              <a:bodyPr/>
              <a:lstStyle/>
              <a:p>
                <a:r>
                  <a:rPr lang="en-US">
                    <a:noFill/>
                  </a:rPr>
                  <a:t> </a:t>
                </a:r>
              </a:p>
            </p:txBody>
          </p:sp>
        </mc:Fallback>
      </mc:AlternateContent>
    </p:spTree>
    <p:extLst>
      <p:ext uri="{BB962C8B-B14F-4D97-AF65-F5344CB8AC3E}">
        <p14:creationId xmlns:p14="http://schemas.microsoft.com/office/powerpoint/2010/main" val="68568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087718" y="457199"/>
            <a:ext cx="7043617" cy="2520217"/>
          </a:xfrm>
        </p:spPr>
        <p:txBody>
          <a:bodyPr/>
          <a:lstStyle/>
          <a:p>
            <a:r>
              <a:rPr lang="en-US" dirty="0"/>
              <a:t>Using python to get A regression Table</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217026" y="3245332"/>
            <a:ext cx="7043618" cy="2233233"/>
          </a:xfrm>
        </p:spPr>
        <p:txBody>
          <a:bodyPr/>
          <a:lstStyle/>
          <a:p>
            <a:r>
              <a:rPr lang="en-US" dirty="0"/>
              <a:t>To truly see the effect of the variables on GPA, a regression table is made, which can show </a:t>
            </a:r>
          </a:p>
          <a:p>
            <a:pPr marL="342900" indent="-342900">
              <a:buFont typeface="Arial" panose="020B0604020202020204" pitchFamily="34" charset="0"/>
              <a:buChar char="•"/>
            </a:pPr>
            <a:r>
              <a:rPr lang="en-US" dirty="0"/>
              <a:t>the coefficients of each variable, </a:t>
            </a:r>
          </a:p>
          <a:p>
            <a:pPr marL="342900" indent="-342900">
              <a:buFont typeface="Arial" panose="020B0604020202020204" pitchFamily="34" charset="0"/>
              <a:buChar char="•"/>
            </a:pPr>
            <a:r>
              <a:rPr lang="en-US" dirty="0"/>
              <a:t>a y-intercept value, </a:t>
            </a:r>
          </a:p>
          <a:p>
            <a:pPr marL="342900" indent="-342900">
              <a:buFont typeface="Arial" panose="020B0604020202020204" pitchFamily="34" charset="0"/>
              <a:buChar char="•"/>
            </a:pPr>
            <a:r>
              <a:rPr lang="en-US" dirty="0"/>
              <a:t>the R-squared value, and </a:t>
            </a:r>
          </a:p>
          <a:p>
            <a:pPr marL="342900" indent="-342900">
              <a:buFont typeface="Arial" panose="020B0604020202020204" pitchFamily="34" charset="0"/>
              <a:buChar char="•"/>
            </a:pPr>
            <a:r>
              <a:rPr lang="en-US" dirty="0"/>
              <a:t>give an equation to construct a residuals plot.</a:t>
            </a:r>
          </a:p>
        </p:txBody>
      </p:sp>
    </p:spTree>
    <p:extLst>
      <p:ext uri="{BB962C8B-B14F-4D97-AF65-F5344CB8AC3E}">
        <p14:creationId xmlns:p14="http://schemas.microsoft.com/office/powerpoint/2010/main" val="113171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3083501" y="195861"/>
            <a:ext cx="7965461" cy="706377"/>
          </a:xfrm>
        </p:spPr>
        <p:txBody>
          <a:bodyPr anchor="b">
            <a:normAutofit/>
          </a:bodyPr>
          <a:lstStyle/>
          <a:p>
            <a:r>
              <a:rPr lang="en-US" dirty="0"/>
              <a:t>Regression Results Table</a:t>
            </a:r>
          </a:p>
        </p:txBody>
      </p:sp>
      <p:pic>
        <p:nvPicPr>
          <p:cNvPr id="10" name="Content Placeholder 9">
            <a:extLst>
              <a:ext uri="{FF2B5EF4-FFF2-40B4-BE49-F238E27FC236}">
                <a16:creationId xmlns:a16="http://schemas.microsoft.com/office/drawing/2014/main" id="{4DF18895-A167-F41B-5DE1-9367121639B7}"/>
              </a:ext>
            </a:extLst>
          </p:cNvPr>
          <p:cNvPicPr>
            <a:picLocks noGrp="1" noChangeAspect="1"/>
          </p:cNvPicPr>
          <p:nvPr>
            <p:ph sz="half" idx="2"/>
          </p:nvPr>
        </p:nvPicPr>
        <p:blipFill>
          <a:blip r:embed="rId3"/>
          <a:stretch>
            <a:fillRect/>
          </a:stretch>
        </p:blipFill>
        <p:spPr>
          <a:xfrm>
            <a:off x="3480639" y="1442315"/>
            <a:ext cx="7134511" cy="4958486"/>
          </a:xfrm>
          <a:noFill/>
        </p:spPr>
      </p:pic>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8</a:t>
            </a:fld>
            <a:endParaRPr lang="en-US"/>
          </a:p>
        </p:txBody>
      </p:sp>
      <p:sp>
        <p:nvSpPr>
          <p:cNvPr id="11" name="TextBox 10">
            <a:extLst>
              <a:ext uri="{FF2B5EF4-FFF2-40B4-BE49-F238E27FC236}">
                <a16:creationId xmlns:a16="http://schemas.microsoft.com/office/drawing/2014/main" id="{6CAE4782-9CC9-B108-7D6A-D4B6890137A8}"/>
              </a:ext>
            </a:extLst>
          </p:cNvPr>
          <p:cNvSpPr txBox="1"/>
          <p:nvPr/>
        </p:nvSpPr>
        <p:spPr>
          <a:xfrm>
            <a:off x="4919821" y="902238"/>
            <a:ext cx="4211782" cy="400110"/>
          </a:xfrm>
          <a:prstGeom prst="rect">
            <a:avLst/>
          </a:prstGeom>
          <a:noFill/>
        </p:spPr>
        <p:txBody>
          <a:bodyPr wrap="square" rtlCol="0">
            <a:spAutoFit/>
          </a:bodyPr>
          <a:lstStyle/>
          <a:p>
            <a:pPr algn="ctr"/>
            <a:r>
              <a:rPr lang="en-US" sz="2000" dirty="0">
                <a:solidFill>
                  <a:schemeClr val="accent3">
                    <a:lumMod val="75000"/>
                  </a:schemeClr>
                </a:solidFill>
              </a:rPr>
              <a:t>Including all variables</a:t>
            </a:r>
          </a:p>
        </p:txBody>
      </p:sp>
      <p:sp>
        <p:nvSpPr>
          <p:cNvPr id="12" name="Rectangle 11">
            <a:extLst>
              <a:ext uri="{FF2B5EF4-FFF2-40B4-BE49-F238E27FC236}">
                <a16:creationId xmlns:a16="http://schemas.microsoft.com/office/drawing/2014/main" id="{58F73A2A-A0D3-DC32-2815-981BAC05A5E5}"/>
              </a:ext>
            </a:extLst>
          </p:cNvPr>
          <p:cNvSpPr/>
          <p:nvPr/>
        </p:nvSpPr>
        <p:spPr>
          <a:xfrm>
            <a:off x="6696364" y="1815975"/>
            <a:ext cx="3103418" cy="428461"/>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3" name="Rectangle 12">
            <a:extLst>
              <a:ext uri="{FF2B5EF4-FFF2-40B4-BE49-F238E27FC236}">
                <a16:creationId xmlns:a16="http://schemas.microsoft.com/office/drawing/2014/main" id="{69F18EC9-1998-4F1E-649D-C44D2890586F}"/>
              </a:ext>
            </a:extLst>
          </p:cNvPr>
          <p:cNvSpPr/>
          <p:nvPr/>
        </p:nvSpPr>
        <p:spPr>
          <a:xfrm>
            <a:off x="3560621" y="4068622"/>
            <a:ext cx="2613891" cy="1200727"/>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246859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dirty="0"/>
              <a:t>Table Results</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3282950" cy="4143375"/>
          </a:xfrm>
        </p:spPr>
        <p:txBody>
          <a:bodyPr>
            <a:normAutofit/>
          </a:bodyPr>
          <a:lstStyle/>
          <a:p>
            <a:pPr marL="285750" indent="-285750">
              <a:buFont typeface="Arial" panose="020B0604020202020204" pitchFamily="34" charset="0"/>
              <a:buChar char="•"/>
            </a:pPr>
            <a:r>
              <a:rPr lang="en-US" dirty="0"/>
              <a:t>The R-Squared value generated for the variables to predict GPA is 0.067, which is very small and close to 0. </a:t>
            </a:r>
          </a:p>
          <a:p>
            <a:pPr marL="573786" lvl="1" indent="-285750">
              <a:buFont typeface="Arial" panose="020B0604020202020204" pitchFamily="34" charset="0"/>
              <a:buChar char="•"/>
            </a:pPr>
            <a:r>
              <a:rPr lang="en-US" dirty="0"/>
              <a:t>This indicated there is little to no correlation between all of the variables and GPA</a:t>
            </a:r>
          </a:p>
          <a:p>
            <a:pPr marL="573786" lvl="1" indent="-285750">
              <a:buFont typeface="Arial" panose="020B0604020202020204" pitchFamily="34" charset="0"/>
              <a:buChar char="•"/>
            </a:pPr>
            <a:endParaRPr lang="en-US" dirty="0"/>
          </a:p>
          <a:p>
            <a:pPr marL="573786" lvl="1" indent="-285750">
              <a:buFont typeface="Arial" panose="020B0604020202020204" pitchFamily="34" charset="0"/>
              <a:buChar char="•"/>
            </a:pPr>
            <a:endParaRPr lang="en-US" dirty="0"/>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4"/>
            <a:ext cx="3763963" cy="929264"/>
          </a:xfrm>
        </p:spPr>
        <p:txBody>
          <a:bodyPr/>
          <a:lstStyle/>
          <a:p>
            <a:r>
              <a:rPr lang="en-US" dirty="0"/>
              <a:t>Using the coefficients generated from the matrix, the following equation was constructed:</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3AD7D12-1B4F-F306-F4BB-55BD172F6613}"/>
                  </a:ext>
                </a:extLst>
              </p:cNvPr>
              <p:cNvSpPr txBox="1"/>
              <p:nvPr/>
            </p:nvSpPr>
            <p:spPr>
              <a:xfrm>
                <a:off x="4197350" y="3331530"/>
                <a:ext cx="6720032" cy="11876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𝐺𝑃𝐴</m:t>
                      </m:r>
                      <m:r>
                        <a:rPr lang="en-US" b="0" i="1" smtClean="0">
                          <a:latin typeface="Cambria Math" panose="02040503050406030204" pitchFamily="18" charset="0"/>
                        </a:rPr>
                        <m:t>=3.7466−0.022∗</m:t>
                      </m:r>
                      <m:r>
                        <a:rPr lang="en-US" b="0" i="1" smtClean="0">
                          <a:latin typeface="Cambria Math" panose="02040503050406030204" pitchFamily="18" charset="0"/>
                        </a:rPr>
                        <m:t>𝑠𝑙𝑒𝑒𝑝</m:t>
                      </m:r>
                      <m:r>
                        <a:rPr lang="en-US" b="0" i="1" smtClean="0">
                          <a:latin typeface="Cambria Math" panose="02040503050406030204" pitchFamily="18" charset="0"/>
                        </a:rPr>
                        <m:t>−0.0148∗</m:t>
                      </m:r>
                      <m:r>
                        <a:rPr lang="en-US" b="0" i="1" smtClean="0">
                          <a:latin typeface="Cambria Math" panose="02040503050406030204" pitchFamily="18" charset="0"/>
                        </a:rPr>
                        <m:t>𝑠𝑡𝑢𝑑𝑦</m:t>
                      </m:r>
                      <m:r>
                        <a:rPr lang="en-US" b="0" i="1" smtClean="0">
                          <a:latin typeface="Cambria Math" panose="02040503050406030204" pitchFamily="18" charset="0"/>
                        </a:rPr>
                        <m:t>+0.0009∗</m:t>
                      </m:r>
                      <m:r>
                        <a:rPr lang="en-US" b="0" i="1" smtClean="0">
                          <a:latin typeface="Cambria Math" panose="02040503050406030204" pitchFamily="18" charset="0"/>
                        </a:rPr>
                        <m:t>𝑠𝑜𝑐𝑖𝑎𝑙</m:t>
                      </m:r>
                      <m:r>
                        <a:rPr lang="en-US" b="0" i="1" smtClean="0">
                          <a:latin typeface="Cambria Math" panose="02040503050406030204" pitchFamily="18" charset="0"/>
                        </a:rPr>
                        <m:t>+0.0483∗</m:t>
                      </m:r>
                      <m:r>
                        <a:rPr lang="en-US" b="0" i="1" smtClean="0">
                          <a:latin typeface="Cambria Math" panose="02040503050406030204" pitchFamily="18" charset="0"/>
                        </a:rPr>
                        <m:t>𝑝h𝑜𝑛𝑒</m:t>
                      </m:r>
                      <m:r>
                        <a:rPr lang="en-US" b="0" i="1" smtClean="0">
                          <a:latin typeface="Cambria Math" panose="02040503050406030204" pitchFamily="18" charset="0"/>
                        </a:rPr>
                        <m:t>−0.012∗</m:t>
                      </m:r>
                      <m:r>
                        <a:rPr lang="en-US" b="0" i="1" smtClean="0">
                          <a:latin typeface="Cambria Math" panose="02040503050406030204" pitchFamily="18" charset="0"/>
                        </a:rPr>
                        <m:t>𝑠𝑎𝑡𝑖𝑠𝑓𝑎𝑐𝑡𝑖𝑜𝑛</m:t>
                      </m:r>
                    </m:oMath>
                  </m:oMathPara>
                </a14:m>
                <a:endParaRPr lang="en-US" dirty="0"/>
              </a:p>
              <a:p>
                <a:endParaRPr lang="en-US" dirty="0"/>
              </a:p>
            </p:txBody>
          </p:sp>
        </mc:Choice>
        <mc:Fallback xmlns="">
          <p:sp>
            <p:nvSpPr>
              <p:cNvPr id="6" name="TextBox 5">
                <a:extLst>
                  <a:ext uri="{FF2B5EF4-FFF2-40B4-BE49-F238E27FC236}">
                    <a16:creationId xmlns:a16="http://schemas.microsoft.com/office/drawing/2014/main" id="{73AD7D12-1B4F-F306-F4BB-55BD172F6613}"/>
                  </a:ext>
                </a:extLst>
              </p:cNvPr>
              <p:cNvSpPr txBox="1">
                <a:spLocks noRot="1" noChangeAspect="1" noMove="1" noResize="1" noEditPoints="1" noAdjustHandles="1" noChangeArrowheads="1" noChangeShapeType="1" noTextEdit="1"/>
              </p:cNvSpPr>
              <p:nvPr/>
            </p:nvSpPr>
            <p:spPr>
              <a:xfrm>
                <a:off x="4197350" y="3331530"/>
                <a:ext cx="6720032" cy="1187633"/>
              </a:xfrm>
              <a:prstGeom prst="rect">
                <a:avLst/>
              </a:prstGeom>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8D91650-4D0C-7E15-D55A-9F289005A700}"/>
              </a:ext>
            </a:extLst>
          </p:cNvPr>
          <p:cNvPicPr>
            <a:picLocks noChangeAspect="1"/>
          </p:cNvPicPr>
          <p:nvPr/>
        </p:nvPicPr>
        <p:blipFill>
          <a:blip r:embed="rId4"/>
          <a:stretch>
            <a:fillRect/>
          </a:stretch>
        </p:blipFill>
        <p:spPr>
          <a:xfrm>
            <a:off x="5044290" y="4387165"/>
            <a:ext cx="3282950" cy="1913243"/>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840185" y="928688"/>
            <a:ext cx="10511627" cy="1012785"/>
          </a:xfrm>
        </p:spPr>
        <p:txBody>
          <a:bodyPr anchor="b">
            <a:normAutofit/>
          </a:bodyPr>
          <a:lstStyle/>
          <a:p>
            <a:pPr>
              <a:lnSpc>
                <a:spcPct val="90000"/>
              </a:lnSpc>
            </a:pPr>
            <a:r>
              <a:rPr lang="en-US" dirty="0"/>
              <a:t>Comparing the Predicted GPA to the Actual GPA</a:t>
            </a:r>
          </a:p>
        </p:txBody>
      </p:sp>
      <p:pic>
        <p:nvPicPr>
          <p:cNvPr id="3074" name="Picture 2" descr="A graph with red and blue dots&#10;&#10;Description automatically generated">
            <a:extLst>
              <a:ext uri="{FF2B5EF4-FFF2-40B4-BE49-F238E27FC236}">
                <a16:creationId xmlns:a16="http://schemas.microsoft.com/office/drawing/2014/main" id="{1905681B-B0FC-09F2-BA86-9EA2EA3D919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481061" y="2316067"/>
            <a:ext cx="5229877" cy="394855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10</a:t>
            </a:fld>
            <a:endParaRPr lang="en-US"/>
          </a:p>
        </p:txBody>
      </p:sp>
      <p:pic>
        <p:nvPicPr>
          <p:cNvPr id="6" name="Picture 5">
            <a:extLst>
              <a:ext uri="{FF2B5EF4-FFF2-40B4-BE49-F238E27FC236}">
                <a16:creationId xmlns:a16="http://schemas.microsoft.com/office/drawing/2014/main" id="{20C460A5-724F-5F09-D8BF-688EB74F954F}"/>
              </a:ext>
            </a:extLst>
          </p:cNvPr>
          <p:cNvPicPr>
            <a:picLocks noChangeAspect="1"/>
          </p:cNvPicPr>
          <p:nvPr/>
        </p:nvPicPr>
        <p:blipFill>
          <a:blip r:embed="rId4"/>
          <a:stretch>
            <a:fillRect/>
          </a:stretch>
        </p:blipFill>
        <p:spPr>
          <a:xfrm>
            <a:off x="6786786" y="5363979"/>
            <a:ext cx="1771998" cy="426177"/>
          </a:xfrm>
          <a:prstGeom prst="rect">
            <a:avLst/>
          </a:prstGeom>
          <a:ln>
            <a:solidFill>
              <a:schemeClr val="tx1"/>
            </a:solidFill>
          </a:ln>
        </p:spPr>
      </p:pic>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4" y="1057274"/>
            <a:ext cx="9875463" cy="999746"/>
          </a:xfrm>
        </p:spPr>
        <p:txBody>
          <a:bodyPr anchor="b">
            <a:normAutofit/>
          </a:bodyPr>
          <a:lstStyle/>
          <a:p>
            <a:r>
              <a:rPr lang="en-US" dirty="0"/>
              <a:t>Residuals Plot</a:t>
            </a:r>
          </a:p>
        </p:txBody>
      </p:sp>
      <p:pic>
        <p:nvPicPr>
          <p:cNvPr id="4098" name="Picture 2">
            <a:extLst>
              <a:ext uri="{FF2B5EF4-FFF2-40B4-BE49-F238E27FC236}">
                <a16:creationId xmlns:a16="http://schemas.microsoft.com/office/drawing/2014/main" id="{FC08DB70-2A57-DC60-C653-0DF963DA1AB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1" b="6583"/>
          <a:stretch/>
        </p:blipFill>
        <p:spPr bwMode="auto">
          <a:xfrm>
            <a:off x="1550564" y="2303028"/>
            <a:ext cx="5829147" cy="3961593"/>
          </a:xfrm>
          <a:prstGeom prst="rect">
            <a:avLst/>
          </a:prstGeom>
          <a:solidFill>
            <a:srgbClr val="FFFFFF"/>
          </a:solidFill>
        </p:spPr>
      </p:pic>
      <p:sp>
        <p:nvSpPr>
          <p:cNvPr id="9" name="Text Placeholder 8">
            <a:extLst>
              <a:ext uri="{FF2B5EF4-FFF2-40B4-BE49-F238E27FC236}">
                <a16:creationId xmlns:a16="http://schemas.microsoft.com/office/drawing/2014/main" id="{B8103A10-15C9-6664-A4A5-2EF1CCB8993C}"/>
              </a:ext>
            </a:extLst>
          </p:cNvPr>
          <p:cNvSpPr>
            <a:spLocks noGrp="1"/>
          </p:cNvSpPr>
          <p:nvPr>
            <p:ph sz="half" idx="15"/>
          </p:nvPr>
        </p:nvSpPr>
        <p:spPr>
          <a:xfrm>
            <a:off x="7638473" y="1450110"/>
            <a:ext cx="3787553" cy="4814512"/>
          </a:xfrm>
        </p:spPr>
        <p:txBody>
          <a:bodyPr>
            <a:normAutofit lnSpcReduction="10000"/>
          </a:bodyPr>
          <a:lstStyle/>
          <a:p>
            <a:pPr marL="0" indent="0">
              <a:lnSpc>
                <a:spcPct val="90000"/>
              </a:lnSpc>
              <a:buNone/>
            </a:pPr>
            <a:r>
              <a:rPr lang="en-US" sz="1700" dirty="0"/>
              <a:t>By subtracting the predicted GPA values from the actual GPA values, which is known as a residual, how far off the equation really is can be observed.  </a:t>
            </a:r>
          </a:p>
          <a:p>
            <a:pPr marL="0" indent="0">
              <a:lnSpc>
                <a:spcPct val="90000"/>
              </a:lnSpc>
              <a:buNone/>
            </a:pPr>
            <a:endParaRPr lang="en-US" sz="1700" dirty="0"/>
          </a:p>
          <a:p>
            <a:pPr marL="0" indent="0">
              <a:lnSpc>
                <a:spcPct val="90000"/>
              </a:lnSpc>
              <a:buNone/>
            </a:pPr>
            <a:br>
              <a:rPr lang="en-US" sz="1700" dirty="0"/>
            </a:br>
            <a:r>
              <a:rPr lang="en-US" sz="1700" b="0" i="0" dirty="0">
                <a:effectLst/>
              </a:rPr>
              <a:t>This residuals plot shows that the model made guessed the correct GPA within a range of 0 to 1.25. These residuals are significantly large considering that GPA is a relatively small and accurate value. An ideal model would have residuals very close to 0, unlike this one. Additionally, the table above provides an R-Squared value of 0.067. An ideal R-Squared value is 1 so this leads us to believe there is little to no correlation between these variables and GPA.</a:t>
            </a:r>
            <a:endParaRPr lang="en-US" sz="1700" dirty="0"/>
          </a:p>
          <a:p>
            <a:pPr>
              <a:lnSpc>
                <a:spcPct val="90000"/>
              </a:lnSpc>
            </a:pPr>
            <a:endParaRPr lang="en-US" sz="1500"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11</a:t>
            </a:fld>
            <a:endParaRPr lang="en-US"/>
          </a:p>
        </p:txBody>
      </p:sp>
    </p:spTree>
    <p:extLst>
      <p:ext uri="{BB962C8B-B14F-4D97-AF65-F5344CB8AC3E}">
        <p14:creationId xmlns:p14="http://schemas.microsoft.com/office/powerpoint/2010/main" val="3969996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3460565" y="1057274"/>
            <a:ext cx="7965461" cy="994164"/>
          </a:xfrm>
        </p:spPr>
        <p:txBody>
          <a:bodyPr anchor="b">
            <a:normAutofit/>
          </a:bodyPr>
          <a:lstStyle/>
          <a:p>
            <a:r>
              <a:rPr lang="en-US" dirty="0"/>
              <a:t>What now?</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12</a:t>
            </a:fld>
            <a:endParaRPr lang="en-US"/>
          </a:p>
        </p:txBody>
      </p:sp>
      <p:graphicFrame>
        <p:nvGraphicFramePr>
          <p:cNvPr id="14" name="Content Placeholder 3">
            <a:extLst>
              <a:ext uri="{FF2B5EF4-FFF2-40B4-BE49-F238E27FC236}">
                <a16:creationId xmlns:a16="http://schemas.microsoft.com/office/drawing/2014/main" id="{0D9F6A06-1E28-06F9-BF66-904ECDA0E79F}"/>
              </a:ext>
            </a:extLst>
          </p:cNvPr>
          <p:cNvGraphicFramePr>
            <a:graphicFrameLocks noGrp="1"/>
          </p:cNvGraphicFramePr>
          <p:nvPr>
            <p:ph sz="half" idx="2"/>
            <p:extLst>
              <p:ext uri="{D42A27DB-BD31-4B8C-83A1-F6EECF244321}">
                <p14:modId xmlns:p14="http://schemas.microsoft.com/office/powerpoint/2010/main" val="2339103474"/>
              </p:ext>
            </p:extLst>
          </p:nvPr>
        </p:nvGraphicFramePr>
        <p:xfrm>
          <a:off x="3059723" y="2180024"/>
          <a:ext cx="8519746" cy="3913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80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1158268" y="692943"/>
            <a:ext cx="9875463" cy="999746"/>
          </a:xfrm>
        </p:spPr>
        <p:txBody>
          <a:bodyPr anchor="b">
            <a:normAutofit/>
          </a:bodyPr>
          <a:lstStyle/>
          <a:p>
            <a:pPr algn="ctr">
              <a:lnSpc>
                <a:spcPct val="90000"/>
              </a:lnSpc>
            </a:pPr>
            <a:r>
              <a:rPr lang="en-US" dirty="0"/>
              <a:t>Regression Results Without Phone Variable</a:t>
            </a:r>
          </a:p>
        </p:txBody>
      </p:sp>
      <p:pic>
        <p:nvPicPr>
          <p:cNvPr id="8" name="Content Placeholder 7">
            <a:extLst>
              <a:ext uri="{FF2B5EF4-FFF2-40B4-BE49-F238E27FC236}">
                <a16:creationId xmlns:a16="http://schemas.microsoft.com/office/drawing/2014/main" id="{9B5A0BFA-8E6F-DFF7-62A0-2DC491A7DB7B}"/>
              </a:ext>
            </a:extLst>
          </p:cNvPr>
          <p:cNvPicPr>
            <a:picLocks noGrp="1" noChangeAspect="1"/>
          </p:cNvPicPr>
          <p:nvPr>
            <p:ph sz="half" idx="2"/>
          </p:nvPr>
        </p:nvPicPr>
        <p:blipFill>
          <a:blip r:embed="rId3"/>
          <a:srcRect r="2150" b="-1"/>
          <a:stretch/>
        </p:blipFill>
        <p:spPr>
          <a:xfrm>
            <a:off x="359216" y="1907902"/>
            <a:ext cx="5829147" cy="3961593"/>
          </a:xfrm>
          <a:noFill/>
        </p:spPr>
      </p:pic>
      <p:pic>
        <p:nvPicPr>
          <p:cNvPr id="5122" name="Picture 2">
            <a:extLst>
              <a:ext uri="{FF2B5EF4-FFF2-40B4-BE49-F238E27FC236}">
                <a16:creationId xmlns:a16="http://schemas.microsoft.com/office/drawing/2014/main" id="{03B5402F-3928-2A40-BF9A-1156FBE3C7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5" r="385" b="2"/>
          <a:stretch/>
        </p:blipFill>
        <p:spPr bwMode="auto">
          <a:xfrm>
            <a:off x="6568057" y="1907903"/>
            <a:ext cx="5264727" cy="3961593"/>
          </a:xfrm>
          <a:prstGeom prst="rect">
            <a:avLst/>
          </a:prstGeom>
          <a:solidFill>
            <a:srgbClr val="FFFFFF"/>
          </a:solidFill>
        </p:spPr>
      </p:pic>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13</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BD9C12-3392-58EF-59CD-1DF14D3EA1FE}"/>
                  </a:ext>
                </a:extLst>
              </p:cNvPr>
              <p:cNvSpPr txBox="1"/>
              <p:nvPr/>
            </p:nvSpPr>
            <p:spPr>
              <a:xfrm>
                <a:off x="285825" y="6113011"/>
                <a:ext cx="11620348" cy="369332"/>
              </a:xfrm>
              <a:prstGeom prst="rect">
                <a:avLst/>
              </a:prstGeom>
              <a:noFill/>
            </p:spPr>
            <p:txBody>
              <a:bodyPr wrap="square">
                <a:spAutoFit/>
              </a:bodyPr>
              <a:lstStyle/>
              <a:p>
                <a:r>
                  <a:rPr lang="en-US" dirty="0">
                    <a:latin typeface="Cambria Math" panose="02040503050406030204" pitchFamily="18" charset="0"/>
                  </a:rPr>
                  <a:t>Equation: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𝐺𝑃𝐴</m:t>
                    </m:r>
                    <m:r>
                      <a:rPr lang="en-US" b="0" i="1" smtClean="0">
                        <a:latin typeface="Cambria Math" panose="02040503050406030204" pitchFamily="18" charset="0"/>
                      </a:rPr>
                      <m:t>=3.6577−0.0099∗</m:t>
                    </m:r>
                    <m:r>
                      <a:rPr lang="en-US" b="0" i="1" smtClean="0">
                        <a:latin typeface="Cambria Math" panose="02040503050406030204" pitchFamily="18" charset="0"/>
                      </a:rPr>
                      <m:t>𝑠𝑙𝑒𝑒𝑝</m:t>
                    </m:r>
                    <m:r>
                      <a:rPr lang="en-US" b="0" i="1" smtClean="0">
                        <a:latin typeface="Cambria Math" panose="02040503050406030204" pitchFamily="18" charset="0"/>
                      </a:rPr>
                      <m:t>+0.0054∗</m:t>
                    </m:r>
                    <m:r>
                      <a:rPr lang="en-US" b="0" i="1" smtClean="0">
                        <a:latin typeface="Cambria Math" panose="02040503050406030204" pitchFamily="18" charset="0"/>
                      </a:rPr>
                      <m:t>𝑠𝑡𝑢𝑑𝑦</m:t>
                    </m:r>
                    <m:r>
                      <a:rPr lang="en-US" b="0" i="1" smtClean="0">
                        <a:latin typeface="Cambria Math" panose="02040503050406030204" pitchFamily="18" charset="0"/>
                      </a:rPr>
                      <m:t>+0.0321∗</m:t>
                    </m:r>
                    <m:r>
                      <a:rPr lang="en-US" b="0" i="1" smtClean="0">
                        <a:latin typeface="Cambria Math" panose="02040503050406030204" pitchFamily="18" charset="0"/>
                      </a:rPr>
                      <m:t>𝑠𝑜𝑐𝑖𝑎𝑙</m:t>
                    </m:r>
                    <m:r>
                      <a:rPr lang="en-US" b="0" i="1" smtClean="0">
                        <a:latin typeface="Cambria Math" panose="02040503050406030204" pitchFamily="18" charset="0"/>
                      </a:rPr>
                      <m:t>−0.0031∗</m:t>
                    </m:r>
                    <m:r>
                      <a:rPr lang="en-US" b="0" i="1" smtClean="0">
                        <a:latin typeface="Cambria Math" panose="02040503050406030204" pitchFamily="18" charset="0"/>
                      </a:rPr>
                      <m:t>𝑠𝑎𝑡𝑖𝑠𝑓𝑎𝑐𝑡𝑖𝑜𝑛</m:t>
                    </m:r>
                  </m:oMath>
                </a14:m>
                <a:endParaRPr lang="en-US" dirty="0"/>
              </a:p>
            </p:txBody>
          </p:sp>
        </mc:Choice>
        <mc:Fallback xmlns="">
          <p:sp>
            <p:nvSpPr>
              <p:cNvPr id="10" name="TextBox 9">
                <a:extLst>
                  <a:ext uri="{FF2B5EF4-FFF2-40B4-BE49-F238E27FC236}">
                    <a16:creationId xmlns:a16="http://schemas.microsoft.com/office/drawing/2014/main" id="{0FBD9C12-3392-58EF-59CD-1DF14D3EA1FE}"/>
                  </a:ext>
                </a:extLst>
              </p:cNvPr>
              <p:cNvSpPr txBox="1">
                <a:spLocks noRot="1" noChangeAspect="1" noMove="1" noResize="1" noEditPoints="1" noAdjustHandles="1" noChangeArrowheads="1" noChangeShapeType="1" noTextEdit="1"/>
              </p:cNvSpPr>
              <p:nvPr/>
            </p:nvSpPr>
            <p:spPr>
              <a:xfrm>
                <a:off x="285825" y="6113011"/>
                <a:ext cx="11620348" cy="369332"/>
              </a:xfrm>
              <a:prstGeom prst="rect">
                <a:avLst/>
              </a:prstGeom>
              <a:blipFill>
                <a:blip r:embed="rId5"/>
                <a:stretch>
                  <a:fillRect l="-472" t="-13333" b="-23333"/>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C1133C59-1FC4-4E7F-9DB4-8709AABE8F91}"/>
              </a:ext>
            </a:extLst>
          </p:cNvPr>
          <p:cNvSpPr/>
          <p:nvPr/>
        </p:nvSpPr>
        <p:spPr>
          <a:xfrm>
            <a:off x="2992581" y="2214026"/>
            <a:ext cx="2766381" cy="335743"/>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9" name="Rectangle 8">
            <a:extLst>
              <a:ext uri="{FF2B5EF4-FFF2-40B4-BE49-F238E27FC236}">
                <a16:creationId xmlns:a16="http://schemas.microsoft.com/office/drawing/2014/main" id="{6CF73EA5-FE92-4F3F-8021-1124E1FACE85}"/>
              </a:ext>
            </a:extLst>
          </p:cNvPr>
          <p:cNvSpPr/>
          <p:nvPr/>
        </p:nvSpPr>
        <p:spPr>
          <a:xfrm>
            <a:off x="378601" y="3973784"/>
            <a:ext cx="2259092" cy="958701"/>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168621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397205"/>
            <a:ext cx="5715000" cy="2727709"/>
          </a:xfrm>
        </p:spPr>
        <p:txBody>
          <a:bodyPr/>
          <a:lstStyle/>
          <a:p>
            <a:r>
              <a:rPr lang="en-US" dirty="0"/>
              <a:t>What removing the phone variable showed</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361029"/>
            <a:ext cx="5715000" cy="2234642"/>
          </a:xfrm>
        </p:spPr>
        <p:txBody>
          <a:bodyPr>
            <a:normAutofit fontScale="85000" lnSpcReduction="10000"/>
          </a:bodyPr>
          <a:lstStyle/>
          <a:p>
            <a:r>
              <a:rPr lang="en-US" b="0" i="0" dirty="0">
                <a:effectLst/>
              </a:rPr>
              <a:t>This residuals plot shows that the model made guessed the correct </a:t>
            </a:r>
            <a:r>
              <a:rPr lang="en-US" b="1" i="0" dirty="0">
                <a:effectLst/>
              </a:rPr>
              <a:t>GPA within a range of 0 to 1.2</a:t>
            </a:r>
            <a:r>
              <a:rPr lang="en-US" b="0" i="0" dirty="0">
                <a:effectLst/>
              </a:rPr>
              <a:t>. This suggests that removing the phone variable had little to no effect on the model. Additionally, the table above provides an </a:t>
            </a:r>
            <a:r>
              <a:rPr lang="en-US" b="1" i="0" dirty="0">
                <a:effectLst/>
              </a:rPr>
              <a:t>R-Squared value of 0.031</a:t>
            </a:r>
            <a:r>
              <a:rPr lang="en-US" b="0" i="0" dirty="0">
                <a:effectLst/>
              </a:rPr>
              <a:t>. Seeing as the phone variable reduced the R-Squared value suggests that it </a:t>
            </a:r>
            <a:r>
              <a:rPr lang="en-US" b="1" i="0" dirty="0">
                <a:effectLst/>
              </a:rPr>
              <a:t>holds at least a little significance</a:t>
            </a:r>
            <a:r>
              <a:rPr lang="en-US" b="0" i="0" dirty="0">
                <a:effectLst/>
              </a:rPr>
              <a:t> in predicting GPA.</a:t>
            </a:r>
            <a:endParaRPr lang="en-US" dirty="0"/>
          </a:p>
        </p:txBody>
      </p:sp>
    </p:spTree>
    <p:extLst>
      <p:ext uri="{BB962C8B-B14F-4D97-AF65-F5344CB8AC3E}">
        <p14:creationId xmlns:p14="http://schemas.microsoft.com/office/powerpoint/2010/main" val="1973173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35E7-8917-EB73-72EF-1FB37BDF761E}"/>
              </a:ext>
            </a:extLst>
          </p:cNvPr>
          <p:cNvSpPr>
            <a:spLocks noGrp="1"/>
          </p:cNvSpPr>
          <p:nvPr>
            <p:ph type="title"/>
          </p:nvPr>
        </p:nvSpPr>
        <p:spPr>
          <a:xfrm>
            <a:off x="711283" y="512615"/>
            <a:ext cx="10511627" cy="1012785"/>
          </a:xfrm>
        </p:spPr>
        <p:txBody>
          <a:bodyPr/>
          <a:lstStyle/>
          <a:p>
            <a:r>
              <a:rPr lang="en-US" dirty="0"/>
              <a:t>Removing Socializing, and  Studying</a:t>
            </a:r>
          </a:p>
        </p:txBody>
      </p:sp>
      <p:sp>
        <p:nvSpPr>
          <p:cNvPr id="4" name="Slide Number Placeholder 3">
            <a:extLst>
              <a:ext uri="{FF2B5EF4-FFF2-40B4-BE49-F238E27FC236}">
                <a16:creationId xmlns:a16="http://schemas.microsoft.com/office/drawing/2014/main" id="{333F5871-F09E-CC7E-552B-2166550B045E}"/>
              </a:ext>
            </a:extLst>
          </p:cNvPr>
          <p:cNvSpPr>
            <a:spLocks noGrp="1"/>
          </p:cNvSpPr>
          <p:nvPr>
            <p:ph type="sldNum" sz="quarter" idx="10"/>
          </p:nvPr>
        </p:nvSpPr>
        <p:spPr/>
        <p:txBody>
          <a:bodyPr/>
          <a:lstStyle/>
          <a:p>
            <a:fld id="{48F63A3B-78C7-47BE-AE5E-E10140E04643}" type="slidenum">
              <a:rPr lang="en-US" smtClean="0"/>
              <a:pPr/>
              <a:t>15</a:t>
            </a:fld>
            <a:endParaRPr lang="en-US" dirty="0"/>
          </a:p>
        </p:txBody>
      </p:sp>
      <p:pic>
        <p:nvPicPr>
          <p:cNvPr id="8" name="Picture 7">
            <a:extLst>
              <a:ext uri="{FF2B5EF4-FFF2-40B4-BE49-F238E27FC236}">
                <a16:creationId xmlns:a16="http://schemas.microsoft.com/office/drawing/2014/main" id="{A3AC85A8-A9AB-4125-7DA6-533A81022D66}"/>
              </a:ext>
            </a:extLst>
          </p:cNvPr>
          <p:cNvPicPr>
            <a:picLocks noChangeAspect="1"/>
          </p:cNvPicPr>
          <p:nvPr/>
        </p:nvPicPr>
        <p:blipFill>
          <a:blip r:embed="rId2"/>
          <a:srcRect b="22255"/>
          <a:stretch/>
        </p:blipFill>
        <p:spPr>
          <a:xfrm>
            <a:off x="6685731" y="1580814"/>
            <a:ext cx="4911885" cy="3413215"/>
          </a:xfrm>
          <a:prstGeom prst="rect">
            <a:avLst/>
          </a:prstGeom>
        </p:spPr>
      </p:pic>
      <p:pic>
        <p:nvPicPr>
          <p:cNvPr id="10" name="Picture 9">
            <a:extLst>
              <a:ext uri="{FF2B5EF4-FFF2-40B4-BE49-F238E27FC236}">
                <a16:creationId xmlns:a16="http://schemas.microsoft.com/office/drawing/2014/main" id="{6B345A5F-DA35-0309-768E-858DAEBFA1D7}"/>
              </a:ext>
            </a:extLst>
          </p:cNvPr>
          <p:cNvPicPr>
            <a:picLocks noChangeAspect="1"/>
          </p:cNvPicPr>
          <p:nvPr/>
        </p:nvPicPr>
        <p:blipFill>
          <a:blip r:embed="rId3"/>
          <a:srcRect r="2581" b="23180"/>
          <a:stretch/>
        </p:blipFill>
        <p:spPr>
          <a:xfrm>
            <a:off x="557037" y="1580815"/>
            <a:ext cx="4949233" cy="3413215"/>
          </a:xfrm>
          <a:prstGeom prst="rect">
            <a:avLst/>
          </a:prstGeom>
        </p:spPr>
      </p:pic>
      <p:sp>
        <p:nvSpPr>
          <p:cNvPr id="12" name="TextBox 11">
            <a:extLst>
              <a:ext uri="{FF2B5EF4-FFF2-40B4-BE49-F238E27FC236}">
                <a16:creationId xmlns:a16="http://schemas.microsoft.com/office/drawing/2014/main" id="{A9741083-AF78-A430-15A0-28538D7AEAE6}"/>
              </a:ext>
            </a:extLst>
          </p:cNvPr>
          <p:cNvSpPr txBox="1"/>
          <p:nvPr/>
        </p:nvSpPr>
        <p:spPr>
          <a:xfrm>
            <a:off x="1259116" y="4991410"/>
            <a:ext cx="3052113" cy="307777"/>
          </a:xfrm>
          <a:prstGeom prst="rect">
            <a:avLst/>
          </a:prstGeom>
          <a:noFill/>
        </p:spPr>
        <p:txBody>
          <a:bodyPr wrap="square" rtlCol="0">
            <a:spAutoFit/>
          </a:bodyPr>
          <a:lstStyle/>
          <a:p>
            <a:pPr algn="ctr"/>
            <a:r>
              <a:rPr lang="en-US" sz="1400" dirty="0"/>
              <a:t>Socializing Variable Removed Results</a:t>
            </a:r>
          </a:p>
        </p:txBody>
      </p:sp>
      <p:sp>
        <p:nvSpPr>
          <p:cNvPr id="13" name="TextBox 12">
            <a:extLst>
              <a:ext uri="{FF2B5EF4-FFF2-40B4-BE49-F238E27FC236}">
                <a16:creationId xmlns:a16="http://schemas.microsoft.com/office/drawing/2014/main" id="{B28C86C3-CFF2-BF04-C989-3A84807FBCA8}"/>
              </a:ext>
            </a:extLst>
          </p:cNvPr>
          <p:cNvSpPr txBox="1"/>
          <p:nvPr/>
        </p:nvSpPr>
        <p:spPr>
          <a:xfrm>
            <a:off x="7347761" y="4994029"/>
            <a:ext cx="3587824" cy="307777"/>
          </a:xfrm>
          <a:prstGeom prst="rect">
            <a:avLst/>
          </a:prstGeom>
          <a:noFill/>
        </p:spPr>
        <p:txBody>
          <a:bodyPr wrap="square" rtlCol="0">
            <a:spAutoFit/>
          </a:bodyPr>
          <a:lstStyle/>
          <a:p>
            <a:pPr algn="ctr"/>
            <a:r>
              <a:rPr lang="en-US" sz="1400" dirty="0"/>
              <a:t>Study Variable Removed Results</a:t>
            </a:r>
          </a:p>
        </p:txBody>
      </p:sp>
      <p:sp>
        <p:nvSpPr>
          <p:cNvPr id="14" name="Rectangle 13">
            <a:extLst>
              <a:ext uri="{FF2B5EF4-FFF2-40B4-BE49-F238E27FC236}">
                <a16:creationId xmlns:a16="http://schemas.microsoft.com/office/drawing/2014/main" id="{F97CA968-3948-4CAA-9AEB-0F2666677C80}"/>
              </a:ext>
            </a:extLst>
          </p:cNvPr>
          <p:cNvSpPr/>
          <p:nvPr/>
        </p:nvSpPr>
        <p:spPr>
          <a:xfrm>
            <a:off x="2739889" y="1866590"/>
            <a:ext cx="2280519"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5" name="Rectangle 14">
            <a:extLst>
              <a:ext uri="{FF2B5EF4-FFF2-40B4-BE49-F238E27FC236}">
                <a16:creationId xmlns:a16="http://schemas.microsoft.com/office/drawing/2014/main" id="{2101359D-92A8-4B84-83E7-F4CA1661894F}"/>
              </a:ext>
            </a:extLst>
          </p:cNvPr>
          <p:cNvSpPr/>
          <p:nvPr/>
        </p:nvSpPr>
        <p:spPr>
          <a:xfrm>
            <a:off x="8853474" y="1854603"/>
            <a:ext cx="2280519"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1277097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3F8E-A052-AA55-E7D5-7E65456596E4}"/>
              </a:ext>
            </a:extLst>
          </p:cNvPr>
          <p:cNvSpPr>
            <a:spLocks noGrp="1"/>
          </p:cNvSpPr>
          <p:nvPr>
            <p:ph type="title"/>
          </p:nvPr>
        </p:nvSpPr>
        <p:spPr>
          <a:xfrm>
            <a:off x="3756129" y="595745"/>
            <a:ext cx="7965461" cy="994164"/>
          </a:xfrm>
        </p:spPr>
        <p:txBody>
          <a:bodyPr anchor="b">
            <a:normAutofit/>
          </a:bodyPr>
          <a:lstStyle/>
          <a:p>
            <a:r>
              <a:rPr lang="en-US" dirty="0"/>
              <a:t>What this could mean </a:t>
            </a:r>
          </a:p>
        </p:txBody>
      </p:sp>
      <p:sp>
        <p:nvSpPr>
          <p:cNvPr id="4" name="Slide Number Placeholder 3">
            <a:extLst>
              <a:ext uri="{FF2B5EF4-FFF2-40B4-BE49-F238E27FC236}">
                <a16:creationId xmlns:a16="http://schemas.microsoft.com/office/drawing/2014/main" id="{94373F4B-5009-9D2C-7B97-355F24FC2B28}"/>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16</a:t>
            </a:fld>
            <a:endParaRPr lang="en-US"/>
          </a:p>
        </p:txBody>
      </p:sp>
      <p:graphicFrame>
        <p:nvGraphicFramePr>
          <p:cNvPr id="12" name="Content Placeholder 2">
            <a:extLst>
              <a:ext uri="{FF2B5EF4-FFF2-40B4-BE49-F238E27FC236}">
                <a16:creationId xmlns:a16="http://schemas.microsoft.com/office/drawing/2014/main" id="{ACDACF8E-D718-9175-E6E0-75E6A1A07316}"/>
              </a:ext>
            </a:extLst>
          </p:cNvPr>
          <p:cNvGraphicFramePr>
            <a:graphicFrameLocks noGrp="1"/>
          </p:cNvGraphicFramePr>
          <p:nvPr>
            <p:ph sz="half" idx="2"/>
            <p:extLst>
              <p:ext uri="{D42A27DB-BD31-4B8C-83A1-F6EECF244321}">
                <p14:modId xmlns:p14="http://schemas.microsoft.com/office/powerpoint/2010/main" val="1274434200"/>
              </p:ext>
            </p:extLst>
          </p:nvPr>
        </p:nvGraphicFramePr>
        <p:xfrm>
          <a:off x="2891627" y="2069187"/>
          <a:ext cx="8829963" cy="40822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Left-Right 4">
            <a:extLst>
              <a:ext uri="{FF2B5EF4-FFF2-40B4-BE49-F238E27FC236}">
                <a16:creationId xmlns:a16="http://schemas.microsoft.com/office/drawing/2014/main" id="{FEA068FE-CCB2-BB8A-38AB-9D640E819261}"/>
              </a:ext>
            </a:extLst>
          </p:cNvPr>
          <p:cNvSpPr/>
          <p:nvPr/>
        </p:nvSpPr>
        <p:spPr>
          <a:xfrm>
            <a:off x="6981477" y="3988332"/>
            <a:ext cx="757382" cy="480291"/>
          </a:xfrm>
          <a:prstGeom prst="lef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9243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356D-8C6C-4094-8A9A-12C107B8BEEB}"/>
              </a:ext>
            </a:extLst>
          </p:cNvPr>
          <p:cNvSpPr>
            <a:spLocks noGrp="1"/>
          </p:cNvSpPr>
          <p:nvPr>
            <p:ph type="title"/>
          </p:nvPr>
        </p:nvSpPr>
        <p:spPr>
          <a:xfrm>
            <a:off x="4364809" y="1057275"/>
            <a:ext cx="7043617" cy="1175972"/>
          </a:xfrm>
        </p:spPr>
        <p:txBody>
          <a:bodyPr/>
          <a:lstStyle/>
          <a:p>
            <a:r>
              <a:rPr lang="en-US" dirty="0"/>
              <a:t>Removing the Sleep Variable</a:t>
            </a:r>
          </a:p>
        </p:txBody>
      </p:sp>
      <p:sp>
        <p:nvSpPr>
          <p:cNvPr id="3" name="Slide Number Placeholder 2">
            <a:extLst>
              <a:ext uri="{FF2B5EF4-FFF2-40B4-BE49-F238E27FC236}">
                <a16:creationId xmlns:a16="http://schemas.microsoft.com/office/drawing/2014/main" id="{E3C1D972-D19E-4CF9-9270-2438134A574E}"/>
              </a:ext>
            </a:extLst>
          </p:cNvPr>
          <p:cNvSpPr>
            <a:spLocks noGrp="1"/>
          </p:cNvSpPr>
          <p:nvPr>
            <p:ph type="sldNum" sz="quarter" idx="10"/>
          </p:nvPr>
        </p:nvSpPr>
        <p:spPr/>
        <p:txBody>
          <a:bodyPr/>
          <a:lstStyle/>
          <a:p>
            <a:fld id="{48F63A3B-78C7-47BE-AE5E-E10140E04643}" type="slidenum">
              <a:rPr lang="en-US" smtClean="0"/>
              <a:pPr/>
              <a:t>17</a:t>
            </a:fld>
            <a:endParaRPr lang="en-US" dirty="0"/>
          </a:p>
        </p:txBody>
      </p:sp>
      <p:pic>
        <p:nvPicPr>
          <p:cNvPr id="5" name="Content Placeholder 4">
            <a:extLst>
              <a:ext uri="{FF2B5EF4-FFF2-40B4-BE49-F238E27FC236}">
                <a16:creationId xmlns:a16="http://schemas.microsoft.com/office/drawing/2014/main" id="{C1908302-873A-4B77-A8EF-2D674B115EB7}"/>
              </a:ext>
            </a:extLst>
          </p:cNvPr>
          <p:cNvPicPr>
            <a:picLocks noGrp="1" noChangeAspect="1"/>
          </p:cNvPicPr>
          <p:nvPr>
            <p:ph idx="11"/>
          </p:nvPr>
        </p:nvPicPr>
        <p:blipFill>
          <a:blip r:embed="rId2"/>
          <a:srcRect b="23766"/>
          <a:stretch/>
        </p:blipFill>
        <p:spPr>
          <a:xfrm>
            <a:off x="4364809" y="2391142"/>
            <a:ext cx="7100042" cy="3657966"/>
          </a:xfrm>
          <a:prstGeom prst="rect">
            <a:avLst/>
          </a:prstGeom>
        </p:spPr>
      </p:pic>
      <p:sp>
        <p:nvSpPr>
          <p:cNvPr id="6" name="Rectangle 5">
            <a:extLst>
              <a:ext uri="{FF2B5EF4-FFF2-40B4-BE49-F238E27FC236}">
                <a16:creationId xmlns:a16="http://schemas.microsoft.com/office/drawing/2014/main" id="{9C9A0136-8A30-43A0-8676-E54D72BE815D}"/>
              </a:ext>
            </a:extLst>
          </p:cNvPr>
          <p:cNvSpPr/>
          <p:nvPr/>
        </p:nvSpPr>
        <p:spPr>
          <a:xfrm>
            <a:off x="7593243" y="2693067"/>
            <a:ext cx="3247672"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7" name="Rectangle 6">
            <a:extLst>
              <a:ext uri="{FF2B5EF4-FFF2-40B4-BE49-F238E27FC236}">
                <a16:creationId xmlns:a16="http://schemas.microsoft.com/office/drawing/2014/main" id="{2C037518-0327-4A6D-AFE8-D4BB9FBAA41B}"/>
              </a:ext>
            </a:extLst>
          </p:cNvPr>
          <p:cNvSpPr/>
          <p:nvPr/>
        </p:nvSpPr>
        <p:spPr>
          <a:xfrm>
            <a:off x="4364809" y="4999582"/>
            <a:ext cx="2686622" cy="1049526"/>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1527177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F0C2-ABD8-4003-9100-963FD09C0261}"/>
              </a:ext>
            </a:extLst>
          </p:cNvPr>
          <p:cNvSpPr>
            <a:spLocks noGrp="1"/>
          </p:cNvSpPr>
          <p:nvPr>
            <p:ph type="ctrTitle"/>
          </p:nvPr>
        </p:nvSpPr>
        <p:spPr>
          <a:xfrm>
            <a:off x="914401" y="474785"/>
            <a:ext cx="5715000" cy="1898160"/>
          </a:xfrm>
        </p:spPr>
        <p:txBody>
          <a:bodyPr/>
          <a:lstStyle/>
          <a:p>
            <a:r>
              <a:rPr lang="en-US" dirty="0"/>
              <a:t>Interpretation of Removing Sleep Variable on Table</a:t>
            </a:r>
          </a:p>
        </p:txBody>
      </p:sp>
      <p:sp>
        <p:nvSpPr>
          <p:cNvPr id="3" name="Subtitle 2">
            <a:extLst>
              <a:ext uri="{FF2B5EF4-FFF2-40B4-BE49-F238E27FC236}">
                <a16:creationId xmlns:a16="http://schemas.microsoft.com/office/drawing/2014/main" id="{29296215-1561-45E7-8D1E-4974EA1222B0}"/>
              </a:ext>
            </a:extLst>
          </p:cNvPr>
          <p:cNvSpPr>
            <a:spLocks noGrp="1"/>
          </p:cNvSpPr>
          <p:nvPr>
            <p:ph type="subTitle" idx="1"/>
          </p:nvPr>
        </p:nvSpPr>
        <p:spPr>
          <a:xfrm>
            <a:off x="914401" y="2720670"/>
            <a:ext cx="5715000" cy="3401763"/>
          </a:xfrm>
        </p:spPr>
        <p:txBody>
          <a:bodyPr>
            <a:normAutofit/>
          </a:bodyPr>
          <a:lstStyle/>
          <a:p>
            <a:r>
              <a:rPr lang="en-US" dirty="0"/>
              <a:t>By removing the sleep variable from the data set caused the R-Squared value to jump dramatically from 0.067 to 0.233</a:t>
            </a:r>
          </a:p>
          <a:p>
            <a:r>
              <a:rPr lang="en-US" dirty="0"/>
              <a:t>While this value is still small, it does show that the sleep variable was weighing down the model and that there is no correlation of sleep to predicting student GPA.</a:t>
            </a:r>
          </a:p>
        </p:txBody>
      </p:sp>
      <p:sp>
        <p:nvSpPr>
          <p:cNvPr id="4" name="Content Placeholder 4">
            <a:extLst>
              <a:ext uri="{FF2B5EF4-FFF2-40B4-BE49-F238E27FC236}">
                <a16:creationId xmlns:a16="http://schemas.microsoft.com/office/drawing/2014/main" id="{57DE2BAC-A27C-4150-9EBA-3818D3F2C7C2}"/>
              </a:ext>
            </a:extLst>
          </p:cNvPr>
          <p:cNvSpPr txBox="1">
            <a:spLocks/>
          </p:cNvSpPr>
          <p:nvPr/>
        </p:nvSpPr>
        <p:spPr>
          <a:xfrm>
            <a:off x="8474941" y="3175222"/>
            <a:ext cx="3717059" cy="2947211"/>
          </a:xfrm>
          <a:prstGeom prst="rect">
            <a:avLst/>
          </a:prstGeom>
        </p:spPr>
        <p:txBody>
          <a:bodyPr>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400" dirty="0"/>
              <a:t>In order to really see how removing the sleep variable impacted the matrix, the residuals were calculated and plotted. </a:t>
            </a:r>
          </a:p>
        </p:txBody>
      </p:sp>
    </p:spTree>
    <p:extLst>
      <p:ext uri="{BB962C8B-B14F-4D97-AF65-F5344CB8AC3E}">
        <p14:creationId xmlns:p14="http://schemas.microsoft.com/office/powerpoint/2010/main" val="1672671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8E62D-0224-4888-9F74-6F56932A8B4E}"/>
              </a:ext>
            </a:extLst>
          </p:cNvPr>
          <p:cNvSpPr>
            <a:spLocks noGrp="1"/>
          </p:cNvSpPr>
          <p:nvPr>
            <p:ph type="title"/>
          </p:nvPr>
        </p:nvSpPr>
        <p:spPr>
          <a:xfrm>
            <a:off x="1550564" y="1057274"/>
            <a:ext cx="9875463" cy="999746"/>
          </a:xfrm>
        </p:spPr>
        <p:txBody>
          <a:bodyPr vert="horz" lIns="91440" tIns="0" rIns="91440" bIns="0" rtlCol="0" anchor="b" anchorCtr="0">
            <a:normAutofit/>
          </a:bodyPr>
          <a:lstStyle/>
          <a:p>
            <a:pPr>
              <a:lnSpc>
                <a:spcPct val="90000"/>
              </a:lnSpc>
            </a:pPr>
            <a:r>
              <a:rPr lang="en-US" b="1" kern="1200" cap="all" baseline="0">
                <a:latin typeface="+mj-lt"/>
                <a:ea typeface="+mj-ea"/>
                <a:cs typeface="+mj-cs"/>
              </a:rPr>
              <a:t>Residuals Plot for Visualization</a:t>
            </a:r>
          </a:p>
        </p:txBody>
      </p:sp>
      <p:sp>
        <p:nvSpPr>
          <p:cNvPr id="7" name="TextBox 6">
            <a:extLst>
              <a:ext uri="{FF2B5EF4-FFF2-40B4-BE49-F238E27FC236}">
                <a16:creationId xmlns:a16="http://schemas.microsoft.com/office/drawing/2014/main" id="{0E279061-4F71-45CC-AD86-B8396733DE2A}"/>
              </a:ext>
            </a:extLst>
          </p:cNvPr>
          <p:cNvSpPr txBox="1"/>
          <p:nvPr/>
        </p:nvSpPr>
        <p:spPr>
          <a:xfrm>
            <a:off x="7940842" y="2303028"/>
            <a:ext cx="3485184" cy="3423517"/>
          </a:xfrm>
          <a:prstGeom prst="rect">
            <a:avLst/>
          </a:prstGeom>
        </p:spPr>
        <p:txBody>
          <a:bodyPr vert="horz" lIns="91440" tIns="0" rIns="91440" bIns="0" rtlCol="0">
            <a:normAutofit/>
          </a:bodyPr>
          <a:lstStyle/>
          <a:p>
            <a:pPr defTabSz="914400">
              <a:spcBef>
                <a:spcPts val="1000"/>
              </a:spcBef>
            </a:pPr>
            <a:r>
              <a:rPr lang="en-US" dirty="0">
                <a:solidFill>
                  <a:schemeClr val="accent6"/>
                </a:solidFill>
              </a:rPr>
              <a:t>With the sleep variable removed, aside from the obvious outlier, this residuals plot shows that the model made guessed the correct GPA within a range of 0 to 0.75. Most of the point closely hug the x-axis. This strengthens the idea that the sleep variable has no correlation to predicting GPA. And this could be the strongest model constructed to predict student GPA. </a:t>
            </a:r>
          </a:p>
        </p:txBody>
      </p:sp>
      <p:sp>
        <p:nvSpPr>
          <p:cNvPr id="5" name="Slide Number Placeholder 4">
            <a:extLst>
              <a:ext uri="{FF2B5EF4-FFF2-40B4-BE49-F238E27FC236}">
                <a16:creationId xmlns:a16="http://schemas.microsoft.com/office/drawing/2014/main" id="{823CDB3D-1120-477E-80A8-887B18DD51EE}"/>
              </a:ext>
            </a:extLst>
          </p:cNvPr>
          <p:cNvSpPr>
            <a:spLocks noGrp="1"/>
          </p:cNvSpPr>
          <p:nvPr>
            <p:ph type="sldNum" sz="quarter" idx="10"/>
          </p:nvPr>
        </p:nvSpPr>
        <p:spPr>
          <a:xfrm>
            <a:off x="10438475" y="457199"/>
            <a:ext cx="987552"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19</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243C793-95A7-3D0D-28BE-4BC8574EADF3}"/>
                  </a:ext>
                </a:extLst>
              </p:cNvPr>
              <p:cNvSpPr txBox="1"/>
              <p:nvPr/>
            </p:nvSpPr>
            <p:spPr>
              <a:xfrm>
                <a:off x="1679860" y="6364326"/>
                <a:ext cx="10317067" cy="369332"/>
              </a:xfrm>
              <a:prstGeom prst="rect">
                <a:avLst/>
              </a:prstGeom>
              <a:noFill/>
            </p:spPr>
            <p:txBody>
              <a:bodyPr wrap="square">
                <a:spAutoFit/>
              </a:bodyPr>
              <a:lstStyle/>
              <a:p>
                <a:r>
                  <a:rPr lang="en-US" dirty="0">
                    <a:latin typeface="Cambria Math" panose="02040503050406030204" pitchFamily="18" charset="0"/>
                  </a:rPr>
                  <a:t>Equation: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𝐺𝑃𝐴</m:t>
                    </m:r>
                    <m:r>
                      <a:rPr lang="en-US" b="0" i="1" smtClean="0">
                        <a:latin typeface="Cambria Math" panose="02040503050406030204" pitchFamily="18" charset="0"/>
                      </a:rPr>
                      <m:t>=4.1917−0.0726∗</m:t>
                    </m:r>
                    <m:r>
                      <a:rPr lang="en-US" b="0" i="1" smtClean="0">
                        <a:latin typeface="Cambria Math" panose="02040503050406030204" pitchFamily="18" charset="0"/>
                      </a:rPr>
                      <m:t>𝑠𝑡𝑢𝑑𝑦</m:t>
                    </m:r>
                    <m:r>
                      <a:rPr lang="en-US" b="0" i="1" smtClean="0">
                        <a:latin typeface="Cambria Math" panose="02040503050406030204" pitchFamily="18" charset="0"/>
                      </a:rPr>
                      <m:t>−0.0193∗</m:t>
                    </m:r>
                    <m:r>
                      <a:rPr lang="en-US" b="0" i="1" smtClean="0">
                        <a:latin typeface="Cambria Math" panose="02040503050406030204" pitchFamily="18" charset="0"/>
                      </a:rPr>
                      <m:t>𝑠𝑜𝑐𝑖𝑎𝑙</m:t>
                    </m:r>
                    <m:r>
                      <a:rPr lang="en-US" b="0" i="1" smtClean="0">
                        <a:latin typeface="Cambria Math" panose="02040503050406030204" pitchFamily="18" charset="0"/>
                      </a:rPr>
                      <m:t>+0.0164∗</m:t>
                    </m:r>
                    <m:r>
                      <a:rPr lang="en-US" b="0" i="1" smtClean="0">
                        <a:latin typeface="Cambria Math" panose="02040503050406030204" pitchFamily="18" charset="0"/>
                      </a:rPr>
                      <m:t>𝑝h𝑜𝑛𝑒</m:t>
                    </m:r>
                    <m:r>
                      <a:rPr lang="en-US" b="0" i="1" smtClean="0">
                        <a:latin typeface="Cambria Math" panose="02040503050406030204" pitchFamily="18" charset="0"/>
                      </a:rPr>
                      <m:t>−0.0297∗</m:t>
                    </m:r>
                    <m:r>
                      <a:rPr lang="en-US" b="0" i="1" smtClean="0">
                        <a:latin typeface="Cambria Math" panose="02040503050406030204" pitchFamily="18" charset="0"/>
                      </a:rPr>
                      <m:t>𝑠𝑎𝑡𝑖𝑠</m:t>
                    </m:r>
                  </m:oMath>
                </a14:m>
                <a:endParaRPr lang="en-US" dirty="0"/>
              </a:p>
            </p:txBody>
          </p:sp>
        </mc:Choice>
        <mc:Fallback xmlns="">
          <p:sp>
            <p:nvSpPr>
              <p:cNvPr id="4" name="TextBox 3">
                <a:extLst>
                  <a:ext uri="{FF2B5EF4-FFF2-40B4-BE49-F238E27FC236}">
                    <a16:creationId xmlns:a16="http://schemas.microsoft.com/office/drawing/2014/main" id="{0243C793-95A7-3D0D-28BE-4BC8574EADF3}"/>
                  </a:ext>
                </a:extLst>
              </p:cNvPr>
              <p:cNvSpPr txBox="1">
                <a:spLocks noRot="1" noChangeAspect="1" noMove="1" noResize="1" noEditPoints="1" noAdjustHandles="1" noChangeArrowheads="1" noChangeShapeType="1" noTextEdit="1"/>
              </p:cNvSpPr>
              <p:nvPr/>
            </p:nvSpPr>
            <p:spPr>
              <a:xfrm>
                <a:off x="1679860" y="6364326"/>
                <a:ext cx="10317067" cy="369332"/>
              </a:xfrm>
              <a:prstGeom prst="rect">
                <a:avLst/>
              </a:prstGeom>
              <a:blipFill>
                <a:blip r:embed="rId3"/>
                <a:stretch>
                  <a:fillRect l="-532" t="-11475" b="-21311"/>
                </a:stretch>
              </a:blipFill>
            </p:spPr>
            <p:txBody>
              <a:bodyPr/>
              <a:lstStyle/>
              <a:p>
                <a:r>
                  <a:rPr lang="en-US">
                    <a:noFill/>
                  </a:rPr>
                  <a:t> </a:t>
                </a:r>
              </a:p>
            </p:txBody>
          </p:sp>
        </mc:Fallback>
      </mc:AlternateContent>
      <p:pic>
        <p:nvPicPr>
          <p:cNvPr id="1028" name="Picture 4">
            <a:extLst>
              <a:ext uri="{FF2B5EF4-FFF2-40B4-BE49-F238E27FC236}">
                <a16:creationId xmlns:a16="http://schemas.microsoft.com/office/drawing/2014/main" id="{3F92E078-59B0-5AEB-FDEE-74313E74D2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564" y="2049501"/>
            <a:ext cx="5591175" cy="431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447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806B6-246E-EBE1-9D65-BD7992B4DD5E}"/>
              </a:ext>
            </a:extLst>
          </p:cNvPr>
          <p:cNvSpPr>
            <a:spLocks noGrp="1"/>
          </p:cNvSpPr>
          <p:nvPr>
            <p:ph type="title"/>
          </p:nvPr>
        </p:nvSpPr>
        <p:spPr>
          <a:xfrm>
            <a:off x="3331256" y="838802"/>
            <a:ext cx="8435871" cy="1122750"/>
          </a:xfrm>
        </p:spPr>
        <p:txBody>
          <a:bodyPr/>
          <a:lstStyle/>
          <a:p>
            <a:pPr algn="ctr"/>
            <a:r>
              <a:rPr lang="en-US" dirty="0"/>
              <a:t>Removing the Satisfaction Rating Variable</a:t>
            </a:r>
          </a:p>
        </p:txBody>
      </p:sp>
      <p:pic>
        <p:nvPicPr>
          <p:cNvPr id="6" name="Content Placeholder 5">
            <a:extLst>
              <a:ext uri="{FF2B5EF4-FFF2-40B4-BE49-F238E27FC236}">
                <a16:creationId xmlns:a16="http://schemas.microsoft.com/office/drawing/2014/main" id="{0A6C05AD-EACE-DB7C-1C3F-82810BCB1EB8}"/>
              </a:ext>
            </a:extLst>
          </p:cNvPr>
          <p:cNvPicPr>
            <a:picLocks noGrp="1" noChangeAspect="1"/>
          </p:cNvPicPr>
          <p:nvPr>
            <p:ph sz="half" idx="2"/>
          </p:nvPr>
        </p:nvPicPr>
        <p:blipFill>
          <a:blip r:embed="rId2"/>
          <a:stretch>
            <a:fillRect/>
          </a:stretch>
        </p:blipFill>
        <p:spPr>
          <a:xfrm>
            <a:off x="4173760" y="2303463"/>
            <a:ext cx="6750861" cy="3497262"/>
          </a:xfrm>
        </p:spPr>
      </p:pic>
      <p:sp>
        <p:nvSpPr>
          <p:cNvPr id="4" name="Slide Number Placeholder 3">
            <a:extLst>
              <a:ext uri="{FF2B5EF4-FFF2-40B4-BE49-F238E27FC236}">
                <a16:creationId xmlns:a16="http://schemas.microsoft.com/office/drawing/2014/main" id="{B7D0A521-AF6F-8C8D-1483-FD414E20ADB5}"/>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
        <p:nvSpPr>
          <p:cNvPr id="5" name="Rectangle 4">
            <a:extLst>
              <a:ext uri="{FF2B5EF4-FFF2-40B4-BE49-F238E27FC236}">
                <a16:creationId xmlns:a16="http://schemas.microsoft.com/office/drawing/2014/main" id="{831F970D-C26D-4082-8A6F-C26CCE5C1F9E}"/>
              </a:ext>
            </a:extLst>
          </p:cNvPr>
          <p:cNvSpPr/>
          <p:nvPr/>
        </p:nvSpPr>
        <p:spPr>
          <a:xfrm>
            <a:off x="7338266" y="2622728"/>
            <a:ext cx="3020171"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7" name="Rectangle 6">
            <a:extLst>
              <a:ext uri="{FF2B5EF4-FFF2-40B4-BE49-F238E27FC236}">
                <a16:creationId xmlns:a16="http://schemas.microsoft.com/office/drawing/2014/main" id="{27A0959F-63E3-4105-B717-B0E9B8CB7603}"/>
              </a:ext>
            </a:extLst>
          </p:cNvPr>
          <p:cNvSpPr/>
          <p:nvPr/>
        </p:nvSpPr>
        <p:spPr>
          <a:xfrm>
            <a:off x="4173760" y="4797359"/>
            <a:ext cx="2490809" cy="1003366"/>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3063528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B0884-639F-9F9B-E469-CD18360D6BF2}"/>
              </a:ext>
            </a:extLst>
          </p:cNvPr>
          <p:cNvSpPr>
            <a:spLocks noGrp="1"/>
          </p:cNvSpPr>
          <p:nvPr>
            <p:ph type="title"/>
          </p:nvPr>
        </p:nvSpPr>
        <p:spPr>
          <a:xfrm>
            <a:off x="914399" y="597862"/>
            <a:ext cx="7796464" cy="661651"/>
          </a:xfrm>
        </p:spPr>
        <p:txBody>
          <a:bodyPr/>
          <a:lstStyle/>
          <a:p>
            <a:r>
              <a:rPr lang="en-US" dirty="0"/>
              <a:t>Interpretation of Table</a:t>
            </a:r>
          </a:p>
        </p:txBody>
      </p:sp>
      <p:sp>
        <p:nvSpPr>
          <p:cNvPr id="3" name="Slide Number Placeholder 2">
            <a:extLst>
              <a:ext uri="{FF2B5EF4-FFF2-40B4-BE49-F238E27FC236}">
                <a16:creationId xmlns:a16="http://schemas.microsoft.com/office/drawing/2014/main" id="{E08729AA-42F2-9970-FFF0-B3B04318792E}"/>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
        <p:nvSpPr>
          <p:cNvPr id="4" name="Content Placeholder 3">
            <a:extLst>
              <a:ext uri="{FF2B5EF4-FFF2-40B4-BE49-F238E27FC236}">
                <a16:creationId xmlns:a16="http://schemas.microsoft.com/office/drawing/2014/main" id="{D8824C53-5A9F-5396-474F-0A34DEFDF3AF}"/>
              </a:ext>
            </a:extLst>
          </p:cNvPr>
          <p:cNvSpPr>
            <a:spLocks noGrp="1"/>
          </p:cNvSpPr>
          <p:nvPr>
            <p:ph sz="half" idx="2"/>
          </p:nvPr>
        </p:nvSpPr>
        <p:spPr>
          <a:xfrm>
            <a:off x="552244" y="1850452"/>
            <a:ext cx="4260387" cy="4184588"/>
          </a:xfrm>
        </p:spPr>
        <p:txBody>
          <a:bodyPr>
            <a:noAutofit/>
          </a:bodyPr>
          <a:lstStyle/>
          <a:p>
            <a:pPr>
              <a:lnSpc>
                <a:spcPct val="150000"/>
              </a:lnSpc>
            </a:pPr>
            <a:r>
              <a:rPr lang="en-US" sz="2000" dirty="0"/>
              <a:t>The removal of the satisfaction rating of the University caused the model's R-Squared value to slightly increase from 0.067 to 0.071. While it is still a very minor increase suggesting little to no correlation at all. This also could mean the satisfaction rating does not have a correlation with predicting GPA. </a:t>
            </a:r>
          </a:p>
        </p:txBody>
      </p:sp>
      <p:sp>
        <p:nvSpPr>
          <p:cNvPr id="5" name="Content Placeholder 4">
            <a:extLst>
              <a:ext uri="{FF2B5EF4-FFF2-40B4-BE49-F238E27FC236}">
                <a16:creationId xmlns:a16="http://schemas.microsoft.com/office/drawing/2014/main" id="{731869BF-5F78-42DD-E6AF-37866726790B}"/>
              </a:ext>
            </a:extLst>
          </p:cNvPr>
          <p:cNvSpPr>
            <a:spLocks noGrp="1"/>
          </p:cNvSpPr>
          <p:nvPr>
            <p:ph sz="quarter" idx="4"/>
          </p:nvPr>
        </p:nvSpPr>
        <p:spPr>
          <a:xfrm>
            <a:off x="5149851" y="2287184"/>
            <a:ext cx="3717059" cy="2947211"/>
          </a:xfrm>
        </p:spPr>
        <p:txBody>
          <a:bodyPr>
            <a:noAutofit/>
          </a:bodyPr>
          <a:lstStyle/>
          <a:p>
            <a:pPr>
              <a:lnSpc>
                <a:spcPct val="150000"/>
              </a:lnSpc>
            </a:pPr>
            <a:r>
              <a:rPr lang="en-US" sz="2400" dirty="0"/>
              <a:t>In order to really see how removing the satisfaction rating impacted the matrix, the residuals were calculated and plotted. </a:t>
            </a:r>
          </a:p>
        </p:txBody>
      </p:sp>
    </p:spTree>
    <p:extLst>
      <p:ext uri="{BB962C8B-B14F-4D97-AF65-F5344CB8AC3E}">
        <p14:creationId xmlns:p14="http://schemas.microsoft.com/office/powerpoint/2010/main" val="3169643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2EA5-EC54-2414-4BD0-2F6879467163}"/>
              </a:ext>
            </a:extLst>
          </p:cNvPr>
          <p:cNvSpPr>
            <a:spLocks noGrp="1"/>
          </p:cNvSpPr>
          <p:nvPr>
            <p:ph type="title"/>
          </p:nvPr>
        </p:nvSpPr>
        <p:spPr>
          <a:xfrm>
            <a:off x="1550564" y="701964"/>
            <a:ext cx="3501728" cy="1368093"/>
          </a:xfrm>
        </p:spPr>
        <p:txBody>
          <a:bodyPr anchor="b">
            <a:normAutofit/>
          </a:bodyPr>
          <a:lstStyle/>
          <a:p>
            <a:pPr algn="ctr"/>
            <a:r>
              <a:rPr lang="en-US" dirty="0"/>
              <a:t>Residuals</a:t>
            </a:r>
            <a:br>
              <a:rPr lang="en-US" dirty="0"/>
            </a:br>
            <a:r>
              <a:rPr lang="en-US" dirty="0"/>
              <a:t> Plot</a:t>
            </a:r>
          </a:p>
        </p:txBody>
      </p:sp>
      <p:sp>
        <p:nvSpPr>
          <p:cNvPr id="6153" name="Text Placeholder 2">
            <a:extLst>
              <a:ext uri="{FF2B5EF4-FFF2-40B4-BE49-F238E27FC236}">
                <a16:creationId xmlns:a16="http://schemas.microsoft.com/office/drawing/2014/main" id="{16B92A9D-44D7-F013-00E9-A573D1C2D164}"/>
              </a:ext>
            </a:extLst>
          </p:cNvPr>
          <p:cNvSpPr>
            <a:spLocks noGrp="1"/>
          </p:cNvSpPr>
          <p:nvPr>
            <p:ph type="body" sz="quarter" idx="13"/>
          </p:nvPr>
        </p:nvSpPr>
        <p:spPr>
          <a:xfrm>
            <a:off x="988291" y="2331957"/>
            <a:ext cx="3657564" cy="3939533"/>
          </a:xfrm>
        </p:spPr>
        <p:txBody>
          <a:bodyPr/>
          <a:lstStyle/>
          <a:p>
            <a:r>
              <a:rPr lang="en-US" sz="2000" b="0" i="0" dirty="0">
                <a:effectLst/>
              </a:rPr>
              <a:t>With the satisfaction rating removed, despite the one obvious outlier, This residuals plot shows that the model made guessed the correct GPA within a range of 0 to 0.75. This strengthens the idea that the satisfaction variable has no correlation to predicting GPA. </a:t>
            </a:r>
            <a:endParaRPr lang="en-US" sz="2000" dirty="0"/>
          </a:p>
        </p:txBody>
      </p:sp>
      <p:sp>
        <p:nvSpPr>
          <p:cNvPr id="4" name="Slide Number Placeholder 3">
            <a:extLst>
              <a:ext uri="{FF2B5EF4-FFF2-40B4-BE49-F238E27FC236}">
                <a16:creationId xmlns:a16="http://schemas.microsoft.com/office/drawing/2014/main" id="{91655B1B-A389-96D2-8FE8-30BFF99329A7}"/>
              </a:ext>
            </a:extLst>
          </p:cNvPr>
          <p:cNvSpPr>
            <a:spLocks noGrp="1"/>
          </p:cNvSpPr>
          <p:nvPr>
            <p:ph type="sldNum" sz="quarter" idx="4294967295"/>
          </p:nvPr>
        </p:nvSpPr>
        <p:spPr>
          <a:xfrm>
            <a:off x="10358437" y="457199"/>
            <a:ext cx="1067589" cy="471489"/>
          </a:xfrm>
        </p:spPr>
        <p:txBody>
          <a:bodyPr anchor="ctr">
            <a:normAutofit/>
          </a:bodyPr>
          <a:lstStyle/>
          <a:p>
            <a:pPr>
              <a:spcAft>
                <a:spcPts val="600"/>
              </a:spcAft>
            </a:pPr>
            <a:fld id="{48F63A3B-78C7-47BE-AE5E-E10140E04643}" type="slidenum">
              <a:rPr lang="en-US" sz="1100" smtClean="0"/>
              <a:pPr>
                <a:spcAft>
                  <a:spcPts val="600"/>
                </a:spcAft>
              </a:pPr>
              <a:t>22</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B521F87-FF94-3104-12F9-B4BFEC9D58E4}"/>
                  </a:ext>
                </a:extLst>
              </p:cNvPr>
              <p:cNvSpPr txBox="1"/>
              <p:nvPr/>
            </p:nvSpPr>
            <p:spPr>
              <a:xfrm>
                <a:off x="500285" y="6216135"/>
                <a:ext cx="9938830" cy="369332"/>
              </a:xfrm>
              <a:prstGeom prst="rect">
                <a:avLst/>
              </a:prstGeom>
              <a:noFill/>
            </p:spPr>
            <p:txBody>
              <a:bodyPr wrap="square">
                <a:spAutoFit/>
              </a:bodyPr>
              <a:lstStyle/>
              <a:p>
                <a:r>
                  <a:rPr lang="en-US" dirty="0">
                    <a:latin typeface="Cambria Math" panose="02040503050406030204" pitchFamily="18" charset="0"/>
                  </a:rPr>
                  <a:t>Equation: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𝐺𝑃𝐴</m:t>
                    </m:r>
                    <m:r>
                      <a:rPr lang="en-US" b="0" i="1" smtClean="0">
                        <a:latin typeface="Cambria Math" panose="02040503050406030204" pitchFamily="18" charset="0"/>
                      </a:rPr>
                      <m:t>=3.5831+0.0388∗</m:t>
                    </m:r>
                    <m:r>
                      <a:rPr lang="en-US" b="0" i="1" smtClean="0">
                        <a:latin typeface="Cambria Math" panose="02040503050406030204" pitchFamily="18" charset="0"/>
                      </a:rPr>
                      <m:t>𝑠𝑙𝑒𝑒𝑝</m:t>
                    </m:r>
                    <m:r>
                      <a:rPr lang="en-US" b="0" i="1" smtClean="0">
                        <a:latin typeface="Cambria Math" panose="02040503050406030204" pitchFamily="18" charset="0"/>
                      </a:rPr>
                      <m:t>−0.0134∗</m:t>
                    </m:r>
                    <m:r>
                      <a:rPr lang="en-US" b="0" i="1" smtClean="0">
                        <a:latin typeface="Cambria Math" panose="02040503050406030204" pitchFamily="18" charset="0"/>
                      </a:rPr>
                      <m:t>𝑠𝑡𝑢𝑑𝑦</m:t>
                    </m:r>
                    <m:r>
                      <a:rPr lang="en-US" b="0" i="1" smtClean="0">
                        <a:latin typeface="Cambria Math" panose="02040503050406030204" pitchFamily="18" charset="0"/>
                      </a:rPr>
                      <m:t>+0.005∗</m:t>
                    </m:r>
                    <m:r>
                      <a:rPr lang="en-US" b="0" i="1" smtClean="0">
                        <a:latin typeface="Cambria Math" panose="02040503050406030204" pitchFamily="18" charset="0"/>
                      </a:rPr>
                      <m:t>𝑠𝑜𝑐𝑖𝑎𝑙</m:t>
                    </m:r>
                    <m:r>
                      <a:rPr lang="en-US" b="0" i="1" smtClean="0">
                        <a:latin typeface="Cambria Math" panose="02040503050406030204" pitchFamily="18" charset="0"/>
                      </a:rPr>
                      <m:t>−0.0091∗</m:t>
                    </m:r>
                    <m:r>
                      <a:rPr lang="en-US" b="0" i="1" smtClean="0">
                        <a:latin typeface="Cambria Math" panose="02040503050406030204" pitchFamily="18" charset="0"/>
                      </a:rPr>
                      <m:t>𝑝h𝑜𝑛𝑒</m:t>
                    </m:r>
                  </m:oMath>
                </a14:m>
                <a:endParaRPr lang="en-US" dirty="0"/>
              </a:p>
            </p:txBody>
          </p:sp>
        </mc:Choice>
        <mc:Fallback xmlns="">
          <p:sp>
            <p:nvSpPr>
              <p:cNvPr id="5" name="TextBox 4">
                <a:extLst>
                  <a:ext uri="{FF2B5EF4-FFF2-40B4-BE49-F238E27FC236}">
                    <a16:creationId xmlns:a16="http://schemas.microsoft.com/office/drawing/2014/main" id="{EB521F87-FF94-3104-12F9-B4BFEC9D58E4}"/>
                  </a:ext>
                </a:extLst>
              </p:cNvPr>
              <p:cNvSpPr txBox="1">
                <a:spLocks noRot="1" noChangeAspect="1" noMove="1" noResize="1" noEditPoints="1" noAdjustHandles="1" noChangeArrowheads="1" noChangeShapeType="1" noTextEdit="1"/>
              </p:cNvSpPr>
              <p:nvPr/>
            </p:nvSpPr>
            <p:spPr>
              <a:xfrm>
                <a:off x="500285" y="6216135"/>
                <a:ext cx="9938830" cy="369332"/>
              </a:xfrm>
              <a:prstGeom prst="rect">
                <a:avLst/>
              </a:prstGeom>
              <a:blipFill>
                <a:blip r:embed="rId3"/>
                <a:stretch>
                  <a:fillRect l="-491" t="-13333" b="-23333"/>
                </a:stretch>
              </a:blipFill>
            </p:spPr>
            <p:txBody>
              <a:bodyPr/>
              <a:lstStyle/>
              <a:p>
                <a:r>
                  <a:rPr lang="en-US">
                    <a:noFill/>
                  </a:rPr>
                  <a:t> </a:t>
                </a:r>
              </a:p>
            </p:txBody>
          </p:sp>
        </mc:Fallback>
      </mc:AlternateContent>
      <p:pic>
        <p:nvPicPr>
          <p:cNvPr id="3074" name="Picture 2">
            <a:extLst>
              <a:ext uri="{FF2B5EF4-FFF2-40B4-BE49-F238E27FC236}">
                <a16:creationId xmlns:a16="http://schemas.microsoft.com/office/drawing/2014/main" id="{20487254-F98E-4136-9847-F80E5CFC73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6080" y="882438"/>
            <a:ext cx="6553314" cy="5057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485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D8A0E-6DBC-4850-A0AD-64BE408FC59D}"/>
              </a:ext>
            </a:extLst>
          </p:cNvPr>
          <p:cNvSpPr>
            <a:spLocks noGrp="1"/>
          </p:cNvSpPr>
          <p:nvPr>
            <p:ph type="title"/>
          </p:nvPr>
        </p:nvSpPr>
        <p:spPr/>
        <p:txBody>
          <a:bodyPr/>
          <a:lstStyle/>
          <a:p>
            <a:r>
              <a:rPr lang="en-US" dirty="0"/>
              <a:t>Removing the Sleep and Satisfaction Variable</a:t>
            </a:r>
          </a:p>
        </p:txBody>
      </p:sp>
      <p:sp>
        <p:nvSpPr>
          <p:cNvPr id="3" name="Slide Number Placeholder 2">
            <a:extLst>
              <a:ext uri="{FF2B5EF4-FFF2-40B4-BE49-F238E27FC236}">
                <a16:creationId xmlns:a16="http://schemas.microsoft.com/office/drawing/2014/main" id="{57A1BEA8-28B3-424B-AEFC-4859005C6AA4}"/>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
        <p:nvSpPr>
          <p:cNvPr id="4" name="Content Placeholder 3">
            <a:extLst>
              <a:ext uri="{FF2B5EF4-FFF2-40B4-BE49-F238E27FC236}">
                <a16:creationId xmlns:a16="http://schemas.microsoft.com/office/drawing/2014/main" id="{10868822-2448-43A7-A132-B094C7FB1C7B}"/>
              </a:ext>
            </a:extLst>
          </p:cNvPr>
          <p:cNvSpPr>
            <a:spLocks noGrp="1"/>
          </p:cNvSpPr>
          <p:nvPr>
            <p:ph sz="half" idx="2"/>
          </p:nvPr>
        </p:nvSpPr>
        <p:spPr>
          <a:xfrm>
            <a:off x="9000321" y="3429000"/>
            <a:ext cx="3191679" cy="3429000"/>
          </a:xfrm>
          <a:solidFill>
            <a:srgbClr val="AAC4E9"/>
          </a:solidFill>
        </p:spPr>
        <p:txBody>
          <a:bodyPr>
            <a:normAutofit/>
          </a:bodyPr>
          <a:lstStyle/>
          <a:p>
            <a:endParaRPr lang="en-US" sz="1050" dirty="0"/>
          </a:p>
          <a:p>
            <a:r>
              <a:rPr lang="en-US" sz="2000" dirty="0"/>
              <a:t>Since removing both the sleep and satisfaction variable showed an increase in correlation individually, they were then both removed, and the model was reconstructed in hopes of getting the best model to predict student GPA. </a:t>
            </a:r>
          </a:p>
        </p:txBody>
      </p:sp>
      <p:pic>
        <p:nvPicPr>
          <p:cNvPr id="8" name="Content Placeholder 7">
            <a:extLst>
              <a:ext uri="{FF2B5EF4-FFF2-40B4-BE49-F238E27FC236}">
                <a16:creationId xmlns:a16="http://schemas.microsoft.com/office/drawing/2014/main" id="{50F6E128-B8AD-FA3D-9D36-B9FCAE5766E8}"/>
              </a:ext>
            </a:extLst>
          </p:cNvPr>
          <p:cNvPicPr>
            <a:picLocks noGrp="1" noChangeAspect="1"/>
          </p:cNvPicPr>
          <p:nvPr>
            <p:ph sz="quarter" idx="4"/>
          </p:nvPr>
        </p:nvPicPr>
        <p:blipFill>
          <a:blip r:embed="rId2"/>
          <a:stretch>
            <a:fillRect/>
          </a:stretch>
        </p:blipFill>
        <p:spPr>
          <a:xfrm>
            <a:off x="563041" y="2301860"/>
            <a:ext cx="7950539" cy="3950002"/>
          </a:xfrm>
        </p:spPr>
      </p:pic>
      <p:sp>
        <p:nvSpPr>
          <p:cNvPr id="9" name="Rectangle 8">
            <a:extLst>
              <a:ext uri="{FF2B5EF4-FFF2-40B4-BE49-F238E27FC236}">
                <a16:creationId xmlns:a16="http://schemas.microsoft.com/office/drawing/2014/main" id="{604EAA60-E365-6BA2-41BB-CAAB16E97F35}"/>
              </a:ext>
            </a:extLst>
          </p:cNvPr>
          <p:cNvSpPr/>
          <p:nvPr/>
        </p:nvSpPr>
        <p:spPr>
          <a:xfrm>
            <a:off x="4226694" y="2763428"/>
            <a:ext cx="3490842"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0" name="Rectangle 9">
            <a:extLst>
              <a:ext uri="{FF2B5EF4-FFF2-40B4-BE49-F238E27FC236}">
                <a16:creationId xmlns:a16="http://schemas.microsoft.com/office/drawing/2014/main" id="{F7E5D6AC-DFF5-5052-5CD7-91DA92A7D891}"/>
              </a:ext>
            </a:extLst>
          </p:cNvPr>
          <p:cNvSpPr/>
          <p:nvPr/>
        </p:nvSpPr>
        <p:spPr>
          <a:xfrm>
            <a:off x="563041" y="5365928"/>
            <a:ext cx="3020171" cy="80627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1547364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D1B1-B18F-49E5-918A-985904B8AB73}"/>
              </a:ext>
            </a:extLst>
          </p:cNvPr>
          <p:cNvSpPr>
            <a:spLocks noGrp="1"/>
          </p:cNvSpPr>
          <p:nvPr>
            <p:ph type="title"/>
          </p:nvPr>
        </p:nvSpPr>
        <p:spPr/>
        <p:txBody>
          <a:bodyPr/>
          <a:lstStyle/>
          <a:p>
            <a:r>
              <a:rPr lang="en-US" dirty="0"/>
              <a:t>Surprising Table Results</a:t>
            </a:r>
          </a:p>
        </p:txBody>
      </p:sp>
      <p:sp>
        <p:nvSpPr>
          <p:cNvPr id="3" name="Content Placeholder 2">
            <a:extLst>
              <a:ext uri="{FF2B5EF4-FFF2-40B4-BE49-F238E27FC236}">
                <a16:creationId xmlns:a16="http://schemas.microsoft.com/office/drawing/2014/main" id="{5D3A84FA-AF9E-4F89-AE9A-1900961CE9FA}"/>
              </a:ext>
            </a:extLst>
          </p:cNvPr>
          <p:cNvSpPr>
            <a:spLocks noGrp="1"/>
          </p:cNvSpPr>
          <p:nvPr>
            <p:ph sz="half" idx="2"/>
          </p:nvPr>
        </p:nvSpPr>
        <p:spPr/>
        <p:txBody>
          <a:bodyPr>
            <a:normAutofit/>
          </a:bodyPr>
          <a:lstStyle/>
          <a:p>
            <a:pPr marL="0" indent="0">
              <a:buNone/>
            </a:pPr>
            <a:r>
              <a:rPr lang="en-US" sz="2000" dirty="0"/>
              <a:t>The table shockingly shows an R-Squared value of 0.078. This value is very small and still suggests no correlation between the variables and GPA. This R-Squared value is surprising because it is less than that of when the sleep variable was removed by itself. </a:t>
            </a:r>
          </a:p>
          <a:p>
            <a:pPr marL="0" indent="0">
              <a:buNone/>
            </a:pPr>
            <a:endParaRPr lang="en-US" sz="2000" dirty="0"/>
          </a:p>
          <a:p>
            <a:pPr marL="0" indent="0">
              <a:buNone/>
            </a:pPr>
            <a:r>
              <a:rPr lang="en-US" sz="2000" dirty="0"/>
              <a:t>To truly visualize the difference between this model and the solely sleep variable removed model, the residuals were calculated and plotted. </a:t>
            </a:r>
          </a:p>
        </p:txBody>
      </p:sp>
      <p:sp>
        <p:nvSpPr>
          <p:cNvPr id="5" name="Slide Number Placeholder 4">
            <a:extLst>
              <a:ext uri="{FF2B5EF4-FFF2-40B4-BE49-F238E27FC236}">
                <a16:creationId xmlns:a16="http://schemas.microsoft.com/office/drawing/2014/main" id="{7599561B-82AE-4462-9254-A78C1EA24C12}"/>
              </a:ext>
            </a:extLst>
          </p:cNvPr>
          <p:cNvSpPr>
            <a:spLocks noGrp="1"/>
          </p:cNvSpPr>
          <p:nvPr>
            <p:ph type="sldNum" sz="quarter" idx="10"/>
          </p:nvPr>
        </p:nvSpPr>
        <p:spPr/>
        <p:txBody>
          <a:bodyPr/>
          <a:lstStyle/>
          <a:p>
            <a:fld id="{48F63A3B-78C7-47BE-AE5E-E10140E04643}" type="slidenum">
              <a:rPr lang="en-US" smtClean="0"/>
              <a:pPr/>
              <a:t>24</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2C09F1D-1E42-6FF1-F462-5DBD83F1F4D3}"/>
                  </a:ext>
                </a:extLst>
              </p:cNvPr>
              <p:cNvSpPr txBox="1"/>
              <p:nvPr/>
            </p:nvSpPr>
            <p:spPr>
              <a:xfrm>
                <a:off x="1679860" y="6364326"/>
                <a:ext cx="10317067" cy="369332"/>
              </a:xfrm>
              <a:prstGeom prst="rect">
                <a:avLst/>
              </a:prstGeom>
              <a:noFill/>
            </p:spPr>
            <p:txBody>
              <a:bodyPr wrap="square">
                <a:spAutoFit/>
              </a:bodyPr>
              <a:lstStyle/>
              <a:p>
                <a:r>
                  <a:rPr lang="en-US" dirty="0">
                    <a:latin typeface="Cambria Math" panose="02040503050406030204" pitchFamily="18" charset="0"/>
                  </a:rPr>
                  <a:t>Equation: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𝐺𝑃𝐴</m:t>
                    </m:r>
                    <m:r>
                      <a:rPr lang="en-US" b="0" i="1" smtClean="0">
                        <a:latin typeface="Cambria Math" panose="02040503050406030204" pitchFamily="18" charset="0"/>
                      </a:rPr>
                      <m:t>=3.9687−0.0332∗</m:t>
                    </m:r>
                    <m:r>
                      <a:rPr lang="en-US" b="0" i="1" smtClean="0">
                        <a:latin typeface="Cambria Math" panose="02040503050406030204" pitchFamily="18" charset="0"/>
                      </a:rPr>
                      <m:t>𝑠𝑡𝑢𝑑𝑦</m:t>
                    </m:r>
                    <m:r>
                      <a:rPr lang="en-US" b="0" i="1" smtClean="0">
                        <a:latin typeface="Cambria Math" panose="02040503050406030204" pitchFamily="18" charset="0"/>
                      </a:rPr>
                      <m:t>+0.0242∗</m:t>
                    </m:r>
                    <m:r>
                      <a:rPr lang="en-US" b="0" i="1" smtClean="0">
                        <a:latin typeface="Cambria Math" panose="02040503050406030204" pitchFamily="18" charset="0"/>
                      </a:rPr>
                      <m:t>𝑠𝑜𝑐𝑖𝑎𝑙</m:t>
                    </m:r>
                    <m:r>
                      <a:rPr lang="en-US" b="0" i="1" smtClean="0">
                        <a:latin typeface="Cambria Math" panose="02040503050406030204" pitchFamily="18" charset="0"/>
                      </a:rPr>
                      <m:t>−0.0043∗</m:t>
                    </m:r>
                    <m:r>
                      <a:rPr lang="en-US" b="0" i="1" smtClean="0">
                        <a:latin typeface="Cambria Math" panose="02040503050406030204" pitchFamily="18" charset="0"/>
                      </a:rPr>
                      <m:t>𝑝h𝑜𝑛𝑒</m:t>
                    </m:r>
                  </m:oMath>
                </a14:m>
                <a:endParaRPr lang="en-US" dirty="0"/>
              </a:p>
            </p:txBody>
          </p:sp>
        </mc:Choice>
        <mc:Fallback xmlns="">
          <p:sp>
            <p:nvSpPr>
              <p:cNvPr id="6" name="TextBox 5">
                <a:extLst>
                  <a:ext uri="{FF2B5EF4-FFF2-40B4-BE49-F238E27FC236}">
                    <a16:creationId xmlns:a16="http://schemas.microsoft.com/office/drawing/2014/main" id="{42C09F1D-1E42-6FF1-F462-5DBD83F1F4D3}"/>
                  </a:ext>
                </a:extLst>
              </p:cNvPr>
              <p:cNvSpPr txBox="1">
                <a:spLocks noRot="1" noChangeAspect="1" noMove="1" noResize="1" noEditPoints="1" noAdjustHandles="1" noChangeArrowheads="1" noChangeShapeType="1" noTextEdit="1"/>
              </p:cNvSpPr>
              <p:nvPr/>
            </p:nvSpPr>
            <p:spPr>
              <a:xfrm>
                <a:off x="1679860" y="6364326"/>
                <a:ext cx="10317067" cy="369332"/>
              </a:xfrm>
              <a:prstGeom prst="rect">
                <a:avLst/>
              </a:prstGeom>
              <a:blipFill>
                <a:blip r:embed="rId3"/>
                <a:stretch>
                  <a:fillRect l="-532" t="-11475" b="-21311"/>
                </a:stretch>
              </a:blipFill>
            </p:spPr>
            <p:txBody>
              <a:bodyPr/>
              <a:lstStyle/>
              <a:p>
                <a:r>
                  <a:rPr lang="en-US">
                    <a:noFill/>
                  </a:rPr>
                  <a:t> </a:t>
                </a:r>
              </a:p>
            </p:txBody>
          </p:sp>
        </mc:Fallback>
      </mc:AlternateContent>
      <p:pic>
        <p:nvPicPr>
          <p:cNvPr id="4098" name="Picture 2">
            <a:extLst>
              <a:ext uri="{FF2B5EF4-FFF2-40B4-BE49-F238E27FC236}">
                <a16:creationId xmlns:a16="http://schemas.microsoft.com/office/drawing/2014/main" id="{86EE5CB6-013A-D26D-90EF-51E2716835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8217" y="2264537"/>
            <a:ext cx="4582214" cy="353618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26538B4-7016-D5F8-8ECC-D31C9309E02A}"/>
              </a:ext>
            </a:extLst>
          </p:cNvPr>
          <p:cNvSpPr/>
          <p:nvPr/>
        </p:nvSpPr>
        <p:spPr>
          <a:xfrm>
            <a:off x="8238836" y="2558473"/>
            <a:ext cx="397164" cy="2678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78355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24290-9AA3-FFE4-532F-2431282F6DA7}"/>
              </a:ext>
            </a:extLst>
          </p:cNvPr>
          <p:cNvSpPr>
            <a:spLocks noGrp="1"/>
          </p:cNvSpPr>
          <p:nvPr>
            <p:ph type="title"/>
          </p:nvPr>
        </p:nvSpPr>
        <p:spPr>
          <a:xfrm>
            <a:off x="914399" y="338328"/>
            <a:ext cx="7796464" cy="667132"/>
          </a:xfrm>
        </p:spPr>
        <p:txBody>
          <a:bodyPr anchor="b">
            <a:normAutofit/>
          </a:bodyPr>
          <a:lstStyle/>
          <a:p>
            <a:r>
              <a:rPr lang="en-US" dirty="0"/>
              <a:t>Residual Plot Side-By-Side</a:t>
            </a:r>
          </a:p>
        </p:txBody>
      </p:sp>
      <p:sp>
        <p:nvSpPr>
          <p:cNvPr id="5" name="Slide Number Placeholder 4">
            <a:extLst>
              <a:ext uri="{FF2B5EF4-FFF2-40B4-BE49-F238E27FC236}">
                <a16:creationId xmlns:a16="http://schemas.microsoft.com/office/drawing/2014/main" id="{1A1D84E5-D499-8320-7038-007CBEACB9F9}"/>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25</a:t>
            </a:fld>
            <a:endParaRPr lang="en-US"/>
          </a:p>
        </p:txBody>
      </p:sp>
      <p:sp>
        <p:nvSpPr>
          <p:cNvPr id="8" name="TextBox 7">
            <a:extLst>
              <a:ext uri="{FF2B5EF4-FFF2-40B4-BE49-F238E27FC236}">
                <a16:creationId xmlns:a16="http://schemas.microsoft.com/office/drawing/2014/main" id="{06E1A30F-44F0-ECD1-F4BA-32E7CEA360C1}"/>
              </a:ext>
            </a:extLst>
          </p:cNvPr>
          <p:cNvSpPr txBox="1"/>
          <p:nvPr/>
        </p:nvSpPr>
        <p:spPr>
          <a:xfrm>
            <a:off x="0" y="4986776"/>
            <a:ext cx="12192000" cy="1877437"/>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 These residual plots look very similar. They both have an extreme outlier, and several points close to the x-axis.</a:t>
            </a:r>
          </a:p>
          <a:p>
            <a:r>
              <a:rPr lang="en-US" dirty="0"/>
              <a:t> When both variables are removed there are less residuals above the x-axis creating a tighter appearance. This residuals plot    </a:t>
            </a:r>
          </a:p>
          <a:p>
            <a:r>
              <a:rPr lang="en-US" dirty="0"/>
              <a:t> does however have several larger residuals below the x-axis compared to when the sleep variable is solely removed. </a:t>
            </a:r>
          </a:p>
          <a:p>
            <a:endParaRPr lang="en-US" dirty="0"/>
          </a:p>
          <a:p>
            <a:r>
              <a:rPr lang="en-US" dirty="0"/>
              <a:t> This suggests that despite the lower R-Squared value, removing both variables may produce a more accurate model to predict </a:t>
            </a:r>
          </a:p>
          <a:p>
            <a:r>
              <a:rPr lang="en-US" dirty="0"/>
              <a:t> GPA. </a:t>
            </a:r>
          </a:p>
          <a:p>
            <a:endParaRPr lang="en-US" sz="800" dirty="0"/>
          </a:p>
        </p:txBody>
      </p:sp>
      <p:sp>
        <p:nvSpPr>
          <p:cNvPr id="12" name="Rectangle 11">
            <a:extLst>
              <a:ext uri="{FF2B5EF4-FFF2-40B4-BE49-F238E27FC236}">
                <a16:creationId xmlns:a16="http://schemas.microsoft.com/office/drawing/2014/main" id="{75491645-28D4-ACC0-D9C6-5FB0185979AF}"/>
              </a:ext>
            </a:extLst>
          </p:cNvPr>
          <p:cNvSpPr/>
          <p:nvPr/>
        </p:nvSpPr>
        <p:spPr>
          <a:xfrm>
            <a:off x="7488936" y="1307592"/>
            <a:ext cx="493776" cy="66713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FCFBF6"/>
              </a:solidFill>
            </a:endParaRPr>
          </a:p>
        </p:txBody>
      </p:sp>
      <p:pic>
        <p:nvPicPr>
          <p:cNvPr id="2052" name="Picture 4">
            <a:extLst>
              <a:ext uri="{FF2B5EF4-FFF2-40B4-BE49-F238E27FC236}">
                <a16:creationId xmlns:a16="http://schemas.microsoft.com/office/drawing/2014/main" id="{676C19CA-8E19-717D-269B-DE5BDD7F9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637" y="1004188"/>
            <a:ext cx="4822481" cy="372160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D0F519FC-E8E4-22F0-83D3-F1C5B7C79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005461"/>
            <a:ext cx="4822481" cy="37216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2CD6A12-82B8-BF0F-73B5-040E9074FA14}"/>
              </a:ext>
            </a:extLst>
          </p:cNvPr>
          <p:cNvSpPr/>
          <p:nvPr/>
        </p:nvSpPr>
        <p:spPr>
          <a:xfrm>
            <a:off x="7167417" y="1307592"/>
            <a:ext cx="397164" cy="2678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01690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1576-CDE3-7583-D27C-5760666AE593}"/>
              </a:ext>
            </a:extLst>
          </p:cNvPr>
          <p:cNvSpPr>
            <a:spLocks noGrp="1"/>
          </p:cNvSpPr>
          <p:nvPr>
            <p:ph type="ctrTitle"/>
          </p:nvPr>
        </p:nvSpPr>
        <p:spPr/>
        <p:txBody>
          <a:bodyPr/>
          <a:lstStyle/>
          <a:p>
            <a:r>
              <a:rPr lang="en-US" dirty="0"/>
              <a:t>Using the Data To investigate more correlations</a:t>
            </a:r>
          </a:p>
        </p:txBody>
      </p:sp>
    </p:spTree>
    <p:extLst>
      <p:ext uri="{BB962C8B-B14F-4D97-AF65-F5344CB8AC3E}">
        <p14:creationId xmlns:p14="http://schemas.microsoft.com/office/powerpoint/2010/main" val="3545317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46AB5-8736-C7CA-D830-5E16663A27FF}"/>
              </a:ext>
            </a:extLst>
          </p:cNvPr>
          <p:cNvSpPr>
            <a:spLocks noGrp="1"/>
          </p:cNvSpPr>
          <p:nvPr>
            <p:ph type="title"/>
          </p:nvPr>
        </p:nvSpPr>
        <p:spPr>
          <a:xfrm>
            <a:off x="914400" y="1057274"/>
            <a:ext cx="7877908" cy="1531357"/>
          </a:xfrm>
        </p:spPr>
        <p:txBody>
          <a:bodyPr/>
          <a:lstStyle/>
          <a:p>
            <a:r>
              <a:rPr lang="en-US" dirty="0"/>
              <a:t>Predicting satisfaction from GPA and socialization</a:t>
            </a:r>
          </a:p>
        </p:txBody>
      </p:sp>
      <p:sp>
        <p:nvSpPr>
          <p:cNvPr id="3" name="Content Placeholder 2">
            <a:extLst>
              <a:ext uri="{FF2B5EF4-FFF2-40B4-BE49-F238E27FC236}">
                <a16:creationId xmlns:a16="http://schemas.microsoft.com/office/drawing/2014/main" id="{9B298BA4-B132-8C5C-E79D-40DD4073BF5C}"/>
              </a:ext>
            </a:extLst>
          </p:cNvPr>
          <p:cNvSpPr>
            <a:spLocks noGrp="1"/>
          </p:cNvSpPr>
          <p:nvPr>
            <p:ph idx="1"/>
          </p:nvPr>
        </p:nvSpPr>
        <p:spPr>
          <a:xfrm>
            <a:off x="914400" y="2834639"/>
            <a:ext cx="6427177" cy="3882683"/>
          </a:xfrm>
        </p:spPr>
        <p:txBody>
          <a:bodyPr>
            <a:normAutofit fontScale="77500" lnSpcReduction="20000"/>
          </a:bodyPr>
          <a:lstStyle/>
          <a:p>
            <a:r>
              <a:rPr lang="en-US" dirty="0"/>
              <a:t>An interesting relationship to examine would be to see the impact of GPA and average hours spent socializing daily on university satisfaction rating.</a:t>
            </a:r>
          </a:p>
          <a:p>
            <a:endParaRPr lang="en-US" dirty="0"/>
          </a:p>
          <a:p>
            <a:r>
              <a:rPr lang="en-US" dirty="0"/>
              <a:t>It is thought that those with a higher GPA would likely be more satisfied with the university because they are more successful. Similarly, it is thought that those who spend a large amount of time socializing would be more satisfied with the university because of the connections they have made </a:t>
            </a:r>
          </a:p>
        </p:txBody>
      </p:sp>
      <p:sp>
        <p:nvSpPr>
          <p:cNvPr id="4" name="Slide Number Placeholder 3">
            <a:extLst>
              <a:ext uri="{FF2B5EF4-FFF2-40B4-BE49-F238E27FC236}">
                <a16:creationId xmlns:a16="http://schemas.microsoft.com/office/drawing/2014/main" id="{3ABF48E4-EE6C-76F2-3CAD-57E29C196FD2}"/>
              </a:ext>
            </a:extLst>
          </p:cNvPr>
          <p:cNvSpPr>
            <a:spLocks noGrp="1"/>
          </p:cNvSpPr>
          <p:nvPr>
            <p:ph type="sldNum" sz="quarter" idx="10"/>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2190423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67F99-3953-46AA-A801-C2A05ABA1F6F}"/>
              </a:ext>
            </a:extLst>
          </p:cNvPr>
          <p:cNvSpPr>
            <a:spLocks noGrp="1"/>
          </p:cNvSpPr>
          <p:nvPr>
            <p:ph type="title"/>
          </p:nvPr>
        </p:nvSpPr>
        <p:spPr>
          <a:xfrm>
            <a:off x="1123977" y="67232"/>
            <a:ext cx="9768254" cy="1722912"/>
          </a:xfrm>
        </p:spPr>
        <p:txBody>
          <a:bodyPr/>
          <a:lstStyle/>
          <a:p>
            <a:r>
              <a:rPr lang="en-US" dirty="0"/>
              <a:t>GPA and socializing to predict satisfaction Results</a:t>
            </a:r>
          </a:p>
        </p:txBody>
      </p:sp>
      <p:sp>
        <p:nvSpPr>
          <p:cNvPr id="5" name="Picture Placeholder 4">
            <a:extLst>
              <a:ext uri="{FF2B5EF4-FFF2-40B4-BE49-F238E27FC236}">
                <a16:creationId xmlns:a16="http://schemas.microsoft.com/office/drawing/2014/main" id="{F24A2AFA-1392-4247-807D-C614F169D212}"/>
              </a:ext>
            </a:extLst>
          </p:cNvPr>
          <p:cNvSpPr>
            <a:spLocks noGrp="1"/>
          </p:cNvSpPr>
          <p:nvPr>
            <p:ph type="pic" sz="quarter" idx="14"/>
          </p:nvPr>
        </p:nvSpPr>
        <p:spPr>
          <a:xfrm>
            <a:off x="8989454" y="2435469"/>
            <a:ext cx="3202545" cy="4422531"/>
          </a:xfrm>
        </p:spPr>
        <p:txBody>
          <a:bodyPr/>
          <a:lstStyle/>
          <a:p>
            <a:endParaRPr lang="en-US"/>
          </a:p>
        </p:txBody>
      </p:sp>
      <p:sp>
        <p:nvSpPr>
          <p:cNvPr id="6" name="Slide Number Placeholder 5">
            <a:extLst>
              <a:ext uri="{FF2B5EF4-FFF2-40B4-BE49-F238E27FC236}">
                <a16:creationId xmlns:a16="http://schemas.microsoft.com/office/drawing/2014/main" id="{97A38EFC-510F-418A-82C2-270D3D77355D}"/>
              </a:ext>
            </a:extLst>
          </p:cNvPr>
          <p:cNvSpPr>
            <a:spLocks noGrp="1"/>
          </p:cNvSpPr>
          <p:nvPr>
            <p:ph type="sldNum" sz="quarter" idx="10"/>
          </p:nvPr>
        </p:nvSpPr>
        <p:spPr/>
        <p:txBody>
          <a:bodyPr/>
          <a:lstStyle/>
          <a:p>
            <a:fld id="{48F63A3B-78C7-47BE-AE5E-E10140E04643}" type="slidenum">
              <a:rPr lang="en-US" smtClean="0"/>
              <a:pPr/>
              <a:t>28</a:t>
            </a:fld>
            <a:endParaRPr lang="en-US" dirty="0"/>
          </a:p>
        </p:txBody>
      </p:sp>
      <p:pic>
        <p:nvPicPr>
          <p:cNvPr id="8" name="Content Placeholder 7">
            <a:extLst>
              <a:ext uri="{FF2B5EF4-FFF2-40B4-BE49-F238E27FC236}">
                <a16:creationId xmlns:a16="http://schemas.microsoft.com/office/drawing/2014/main" id="{E7967F52-7811-4050-97FD-494B349E1B56}"/>
              </a:ext>
            </a:extLst>
          </p:cNvPr>
          <p:cNvPicPr>
            <a:picLocks noGrp="1" noChangeAspect="1"/>
          </p:cNvPicPr>
          <p:nvPr>
            <p:ph sz="half" idx="1"/>
          </p:nvPr>
        </p:nvPicPr>
        <p:blipFill>
          <a:blip r:embed="rId2"/>
          <a:stretch>
            <a:fillRect/>
          </a:stretch>
        </p:blipFill>
        <p:spPr>
          <a:xfrm>
            <a:off x="5491326" y="2232456"/>
            <a:ext cx="6588053" cy="3106504"/>
          </a:xfrm>
          <a:prstGeom prst="rect">
            <a:avLst/>
          </a:prstGeom>
        </p:spPr>
      </p:pic>
      <p:sp>
        <p:nvSpPr>
          <p:cNvPr id="9" name="Rectangle 8">
            <a:extLst>
              <a:ext uri="{FF2B5EF4-FFF2-40B4-BE49-F238E27FC236}">
                <a16:creationId xmlns:a16="http://schemas.microsoft.com/office/drawing/2014/main" id="{92D7B7A5-CB28-41E4-B31F-4A5F1409479C}"/>
              </a:ext>
            </a:extLst>
          </p:cNvPr>
          <p:cNvSpPr/>
          <p:nvPr/>
        </p:nvSpPr>
        <p:spPr>
          <a:xfrm>
            <a:off x="8513743" y="2535140"/>
            <a:ext cx="3039349"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0" name="Rectangle 9">
            <a:extLst>
              <a:ext uri="{FF2B5EF4-FFF2-40B4-BE49-F238E27FC236}">
                <a16:creationId xmlns:a16="http://schemas.microsoft.com/office/drawing/2014/main" id="{5B4EA587-E5F4-4E48-B48B-A77717D2E21E}"/>
              </a:ext>
            </a:extLst>
          </p:cNvPr>
          <p:cNvSpPr/>
          <p:nvPr/>
        </p:nvSpPr>
        <p:spPr>
          <a:xfrm>
            <a:off x="5512507" y="4662566"/>
            <a:ext cx="2251101" cy="676394"/>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pic>
        <p:nvPicPr>
          <p:cNvPr id="5122" name="Picture 2">
            <a:extLst>
              <a:ext uri="{FF2B5EF4-FFF2-40B4-BE49-F238E27FC236}">
                <a16:creationId xmlns:a16="http://schemas.microsoft.com/office/drawing/2014/main" id="{65F5EC19-92FB-84A5-61DD-930AB664E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908" y="1941538"/>
            <a:ext cx="4600246" cy="3688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764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8032-0CF1-4EE8-9ACC-B91B950B56C4}"/>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32DCFF5C-C67C-4402-8846-88E3DE96EDBB}"/>
              </a:ext>
            </a:extLst>
          </p:cNvPr>
          <p:cNvSpPr>
            <a:spLocks noGrp="1"/>
          </p:cNvSpPr>
          <p:nvPr>
            <p:ph sz="half" idx="2"/>
          </p:nvPr>
        </p:nvSpPr>
        <p:spPr/>
        <p:txBody>
          <a:bodyPr>
            <a:normAutofit/>
          </a:bodyPr>
          <a:lstStyle/>
          <a:p>
            <a:pPr marL="0" indent="0">
              <a:buNone/>
            </a:pPr>
            <a:r>
              <a:rPr lang="en-US" sz="2400" dirty="0"/>
              <a:t>The R-Squared value is very small and close to 0. Additionally, the residuals plot is far from the x-axis which means none of the satisfaction data was accurately predicted by the model. This suggests GPA and socialization are not correlated to the university satisfaction rating and can not be used to accurately predict satisfaction as well.</a:t>
            </a:r>
          </a:p>
        </p:txBody>
      </p:sp>
      <p:sp>
        <p:nvSpPr>
          <p:cNvPr id="4" name="Slide Number Placeholder 3">
            <a:extLst>
              <a:ext uri="{FF2B5EF4-FFF2-40B4-BE49-F238E27FC236}">
                <a16:creationId xmlns:a16="http://schemas.microsoft.com/office/drawing/2014/main" id="{A8007F24-8FF4-4D6B-88D2-AA0E943B5706}"/>
              </a:ext>
            </a:extLst>
          </p:cNvPr>
          <p:cNvSpPr>
            <a:spLocks noGrp="1"/>
          </p:cNvSpPr>
          <p:nvPr>
            <p:ph type="sldNum" sz="quarter" idx="10"/>
          </p:nvPr>
        </p:nvSpPr>
        <p:spPr/>
        <p:txBody>
          <a:bodyPr/>
          <a:lstStyle/>
          <a:p>
            <a:fld id="{48F63A3B-78C7-47BE-AE5E-E10140E04643}" type="slidenum">
              <a:rPr lang="en-US" smtClean="0"/>
              <a:pPr/>
              <a:t>29</a:t>
            </a:fld>
            <a:endParaRPr lang="en-US" dirty="0"/>
          </a:p>
        </p:txBody>
      </p:sp>
    </p:spTree>
    <p:extLst>
      <p:ext uri="{BB962C8B-B14F-4D97-AF65-F5344CB8AC3E}">
        <p14:creationId xmlns:p14="http://schemas.microsoft.com/office/powerpoint/2010/main" val="1090578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9DB4-7BC6-2694-A3E8-D3B9F4195985}"/>
              </a:ext>
            </a:extLst>
          </p:cNvPr>
          <p:cNvSpPr>
            <a:spLocks noGrp="1"/>
          </p:cNvSpPr>
          <p:nvPr>
            <p:ph type="title"/>
          </p:nvPr>
        </p:nvSpPr>
        <p:spPr>
          <a:xfrm>
            <a:off x="2260144" y="1059448"/>
            <a:ext cx="7671711" cy="4739104"/>
          </a:xfrm>
        </p:spPr>
        <p:txBody>
          <a:bodyPr/>
          <a:lstStyle/>
          <a:p>
            <a:pPr algn="ctr"/>
            <a:r>
              <a:rPr lang="en-US" sz="4800" dirty="0"/>
              <a:t>What about just satisfaction and socialization?</a:t>
            </a:r>
          </a:p>
        </p:txBody>
      </p:sp>
    </p:spTree>
    <p:extLst>
      <p:ext uri="{BB962C8B-B14F-4D97-AF65-F5344CB8AC3E}">
        <p14:creationId xmlns:p14="http://schemas.microsoft.com/office/powerpoint/2010/main" val="1218028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4D2D-CB02-4512-9FA9-05D25E10641D}"/>
              </a:ext>
            </a:extLst>
          </p:cNvPr>
          <p:cNvSpPr>
            <a:spLocks noGrp="1"/>
          </p:cNvSpPr>
          <p:nvPr>
            <p:ph type="title"/>
          </p:nvPr>
        </p:nvSpPr>
        <p:spPr/>
        <p:txBody>
          <a:bodyPr/>
          <a:lstStyle/>
          <a:p>
            <a:r>
              <a:rPr lang="en-US" dirty="0"/>
              <a:t>Socializing to Predict satisfaction results</a:t>
            </a:r>
          </a:p>
        </p:txBody>
      </p:sp>
      <p:sp>
        <p:nvSpPr>
          <p:cNvPr id="5" name="Picture Placeholder 4">
            <a:extLst>
              <a:ext uri="{FF2B5EF4-FFF2-40B4-BE49-F238E27FC236}">
                <a16:creationId xmlns:a16="http://schemas.microsoft.com/office/drawing/2014/main" id="{04B8DD87-91BD-429A-B6B5-915A233728BD}"/>
              </a:ext>
            </a:extLst>
          </p:cNvPr>
          <p:cNvSpPr>
            <a:spLocks noGrp="1"/>
          </p:cNvSpPr>
          <p:nvPr>
            <p:ph type="pic" sz="quarter" idx="14"/>
          </p:nvPr>
        </p:nvSpPr>
        <p:spPr/>
        <p:txBody>
          <a:bodyPr/>
          <a:lstStyle/>
          <a:p>
            <a:endParaRPr lang="en-US"/>
          </a:p>
        </p:txBody>
      </p:sp>
      <p:sp>
        <p:nvSpPr>
          <p:cNvPr id="6" name="Slide Number Placeholder 5">
            <a:extLst>
              <a:ext uri="{FF2B5EF4-FFF2-40B4-BE49-F238E27FC236}">
                <a16:creationId xmlns:a16="http://schemas.microsoft.com/office/drawing/2014/main" id="{4E46DE46-F5AD-42BB-B70C-560FEF758E75}"/>
              </a:ext>
            </a:extLst>
          </p:cNvPr>
          <p:cNvSpPr>
            <a:spLocks noGrp="1"/>
          </p:cNvSpPr>
          <p:nvPr>
            <p:ph type="sldNum" sz="quarter" idx="10"/>
          </p:nvPr>
        </p:nvSpPr>
        <p:spPr/>
        <p:txBody>
          <a:bodyPr/>
          <a:lstStyle/>
          <a:p>
            <a:fld id="{48F63A3B-78C7-47BE-AE5E-E10140E04643}" type="slidenum">
              <a:rPr lang="en-US" smtClean="0"/>
              <a:pPr/>
              <a:t>31</a:t>
            </a:fld>
            <a:endParaRPr lang="en-US" dirty="0"/>
          </a:p>
        </p:txBody>
      </p:sp>
      <p:pic>
        <p:nvPicPr>
          <p:cNvPr id="7" name="Picture 6">
            <a:extLst>
              <a:ext uri="{FF2B5EF4-FFF2-40B4-BE49-F238E27FC236}">
                <a16:creationId xmlns:a16="http://schemas.microsoft.com/office/drawing/2014/main" id="{5E6E638F-8085-4697-BBB5-6B84BEE3C902}"/>
              </a:ext>
            </a:extLst>
          </p:cNvPr>
          <p:cNvPicPr>
            <a:picLocks noChangeAspect="1"/>
          </p:cNvPicPr>
          <p:nvPr/>
        </p:nvPicPr>
        <p:blipFill>
          <a:blip r:embed="rId2"/>
          <a:stretch>
            <a:fillRect/>
          </a:stretch>
        </p:blipFill>
        <p:spPr>
          <a:xfrm>
            <a:off x="206661" y="2377160"/>
            <a:ext cx="6956062" cy="3069072"/>
          </a:xfrm>
          <a:prstGeom prst="rect">
            <a:avLst/>
          </a:prstGeom>
        </p:spPr>
      </p:pic>
      <p:sp>
        <p:nvSpPr>
          <p:cNvPr id="9" name="Rectangle 8">
            <a:extLst>
              <a:ext uri="{FF2B5EF4-FFF2-40B4-BE49-F238E27FC236}">
                <a16:creationId xmlns:a16="http://schemas.microsoft.com/office/drawing/2014/main" id="{6C939F1A-A3BC-4506-A873-B31F3090D5E3}"/>
              </a:ext>
            </a:extLst>
          </p:cNvPr>
          <p:cNvSpPr/>
          <p:nvPr/>
        </p:nvSpPr>
        <p:spPr>
          <a:xfrm>
            <a:off x="3414204" y="2675840"/>
            <a:ext cx="3171234"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0" name="Rectangle 9">
            <a:extLst>
              <a:ext uri="{FF2B5EF4-FFF2-40B4-BE49-F238E27FC236}">
                <a16:creationId xmlns:a16="http://schemas.microsoft.com/office/drawing/2014/main" id="{9942D9EC-D648-48A6-A7F2-6EFF4F3EAA46}"/>
              </a:ext>
            </a:extLst>
          </p:cNvPr>
          <p:cNvSpPr/>
          <p:nvPr/>
        </p:nvSpPr>
        <p:spPr>
          <a:xfrm>
            <a:off x="206661" y="4955978"/>
            <a:ext cx="2492577" cy="490254"/>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pic>
        <p:nvPicPr>
          <p:cNvPr id="6146" name="Picture 2">
            <a:extLst>
              <a:ext uri="{FF2B5EF4-FFF2-40B4-BE49-F238E27FC236}">
                <a16:creationId xmlns:a16="http://schemas.microsoft.com/office/drawing/2014/main" id="{489147AE-D11F-0FA6-AF9E-DC6AD039B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4103" y="2093725"/>
            <a:ext cx="4565686" cy="3660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7893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8032-0CF1-4EE8-9ACC-B91B950B56C4}"/>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32DCFF5C-C67C-4402-8846-88E3DE96EDBB}"/>
              </a:ext>
            </a:extLst>
          </p:cNvPr>
          <p:cNvSpPr>
            <a:spLocks noGrp="1"/>
          </p:cNvSpPr>
          <p:nvPr>
            <p:ph sz="half" idx="2"/>
          </p:nvPr>
        </p:nvSpPr>
        <p:spPr/>
        <p:txBody>
          <a:bodyPr>
            <a:normAutofit/>
          </a:bodyPr>
          <a:lstStyle/>
          <a:p>
            <a:pPr marL="0" indent="0">
              <a:buNone/>
            </a:pPr>
            <a:r>
              <a:rPr lang="en-US" sz="2400" dirty="0"/>
              <a:t>This R-Squared value dropped by 0.025, which is over half, from the previous model, and is very close to 0 at 0.02 Additionally, the residuals plot is slightly better than when it was both GPA and socialization, but only one of the satisfaction data was accurately predicted by the model that was created. This suggests socialization is not correlated to the university satisfaction rating and can not be used to accurately predict satisfaction.</a:t>
            </a:r>
          </a:p>
        </p:txBody>
      </p:sp>
      <p:sp>
        <p:nvSpPr>
          <p:cNvPr id="4" name="Slide Number Placeholder 3">
            <a:extLst>
              <a:ext uri="{FF2B5EF4-FFF2-40B4-BE49-F238E27FC236}">
                <a16:creationId xmlns:a16="http://schemas.microsoft.com/office/drawing/2014/main" id="{A8007F24-8FF4-4D6B-88D2-AA0E943B5706}"/>
              </a:ext>
            </a:extLst>
          </p:cNvPr>
          <p:cNvSpPr>
            <a:spLocks noGrp="1"/>
          </p:cNvSpPr>
          <p:nvPr>
            <p:ph type="sldNum" sz="quarter" idx="10"/>
          </p:nvPr>
        </p:nvSpPr>
        <p:spPr/>
        <p:txBody>
          <a:bodyPr/>
          <a:lstStyle/>
          <a:p>
            <a:fld id="{48F63A3B-78C7-47BE-AE5E-E10140E04643}" type="slidenum">
              <a:rPr lang="en-US" smtClean="0"/>
              <a:pPr/>
              <a:t>32</a:t>
            </a:fld>
            <a:endParaRPr lang="en-US" dirty="0"/>
          </a:p>
        </p:txBody>
      </p:sp>
    </p:spTree>
    <p:extLst>
      <p:ext uri="{BB962C8B-B14F-4D97-AF65-F5344CB8AC3E}">
        <p14:creationId xmlns:p14="http://schemas.microsoft.com/office/powerpoint/2010/main" val="28750977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7D98-1761-CFB0-3A9B-224E8A74D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C061F-1CDF-870D-C6F0-9A507FEB961B}"/>
              </a:ext>
            </a:extLst>
          </p:cNvPr>
          <p:cNvSpPr>
            <a:spLocks noGrp="1"/>
          </p:cNvSpPr>
          <p:nvPr>
            <p:ph type="title"/>
          </p:nvPr>
        </p:nvSpPr>
        <p:spPr>
          <a:xfrm>
            <a:off x="2260144" y="1059448"/>
            <a:ext cx="7671711" cy="4739104"/>
          </a:xfrm>
        </p:spPr>
        <p:txBody>
          <a:bodyPr/>
          <a:lstStyle/>
          <a:p>
            <a:pPr algn="ctr"/>
            <a:r>
              <a:rPr lang="en-US" sz="4800" dirty="0"/>
              <a:t>What about GPA and Satisfaction Rating?</a:t>
            </a:r>
          </a:p>
        </p:txBody>
      </p:sp>
    </p:spTree>
    <p:extLst>
      <p:ext uri="{BB962C8B-B14F-4D97-AF65-F5344CB8AC3E}">
        <p14:creationId xmlns:p14="http://schemas.microsoft.com/office/powerpoint/2010/main" val="954470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1866-022B-806D-1137-A8893832ED0F}"/>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4F556BA-EB86-B8D5-3718-D75A1666F9F7}"/>
              </a:ext>
            </a:extLst>
          </p:cNvPr>
          <p:cNvPicPr>
            <a:picLocks noGrp="1" noChangeAspect="1"/>
          </p:cNvPicPr>
          <p:nvPr>
            <p:ph idx="1"/>
          </p:nvPr>
        </p:nvPicPr>
        <p:blipFill>
          <a:blip r:embed="rId2"/>
          <a:stretch>
            <a:fillRect/>
          </a:stretch>
        </p:blipFill>
        <p:spPr>
          <a:xfrm>
            <a:off x="323432" y="2124821"/>
            <a:ext cx="6797646" cy="3278581"/>
          </a:xfrm>
        </p:spPr>
      </p:pic>
      <p:sp>
        <p:nvSpPr>
          <p:cNvPr id="2" name="Title 1">
            <a:extLst>
              <a:ext uri="{FF2B5EF4-FFF2-40B4-BE49-F238E27FC236}">
                <a16:creationId xmlns:a16="http://schemas.microsoft.com/office/drawing/2014/main" id="{B1F12593-80CD-A8F3-C0EC-5DF315B0EBC2}"/>
              </a:ext>
            </a:extLst>
          </p:cNvPr>
          <p:cNvSpPr>
            <a:spLocks noGrp="1"/>
          </p:cNvSpPr>
          <p:nvPr>
            <p:ph type="title"/>
          </p:nvPr>
        </p:nvSpPr>
        <p:spPr>
          <a:xfrm>
            <a:off x="249382" y="146631"/>
            <a:ext cx="6583680" cy="1531357"/>
          </a:xfrm>
        </p:spPr>
        <p:txBody>
          <a:bodyPr/>
          <a:lstStyle/>
          <a:p>
            <a:r>
              <a:rPr lang="en-US" dirty="0"/>
              <a:t>Using GPA to predict Satisfaction Rating</a:t>
            </a:r>
          </a:p>
        </p:txBody>
      </p:sp>
      <p:sp>
        <p:nvSpPr>
          <p:cNvPr id="4" name="Slide Number Placeholder 3">
            <a:extLst>
              <a:ext uri="{FF2B5EF4-FFF2-40B4-BE49-F238E27FC236}">
                <a16:creationId xmlns:a16="http://schemas.microsoft.com/office/drawing/2014/main" id="{ADF17A42-E42A-6149-CBF7-F23E95621288}"/>
              </a:ext>
            </a:extLst>
          </p:cNvPr>
          <p:cNvSpPr>
            <a:spLocks noGrp="1"/>
          </p:cNvSpPr>
          <p:nvPr>
            <p:ph type="sldNum" sz="quarter" idx="10"/>
          </p:nvPr>
        </p:nvSpPr>
        <p:spPr/>
        <p:txBody>
          <a:bodyPr/>
          <a:lstStyle/>
          <a:p>
            <a:fld id="{48F63A3B-78C7-47BE-AE5E-E10140E04643}" type="slidenum">
              <a:rPr lang="en-US" smtClean="0"/>
              <a:pPr/>
              <a:t>34</a:t>
            </a:fld>
            <a:endParaRPr lang="en-US" dirty="0"/>
          </a:p>
        </p:txBody>
      </p:sp>
      <p:sp>
        <p:nvSpPr>
          <p:cNvPr id="12" name="Rectangle 11">
            <a:extLst>
              <a:ext uri="{FF2B5EF4-FFF2-40B4-BE49-F238E27FC236}">
                <a16:creationId xmlns:a16="http://schemas.microsoft.com/office/drawing/2014/main" id="{2CD34BA2-E3F3-82F2-CE1A-04F16D4A248B}"/>
              </a:ext>
            </a:extLst>
          </p:cNvPr>
          <p:cNvSpPr/>
          <p:nvPr/>
        </p:nvSpPr>
        <p:spPr>
          <a:xfrm>
            <a:off x="3722255" y="2394439"/>
            <a:ext cx="3398823" cy="376469"/>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3" name="Rectangle 12">
            <a:extLst>
              <a:ext uri="{FF2B5EF4-FFF2-40B4-BE49-F238E27FC236}">
                <a16:creationId xmlns:a16="http://schemas.microsoft.com/office/drawing/2014/main" id="{11A0ADE3-1407-67A0-3B15-779F56317879}"/>
              </a:ext>
            </a:extLst>
          </p:cNvPr>
          <p:cNvSpPr/>
          <p:nvPr/>
        </p:nvSpPr>
        <p:spPr>
          <a:xfrm>
            <a:off x="310786" y="4864860"/>
            <a:ext cx="1915181" cy="53854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pic>
        <p:nvPicPr>
          <p:cNvPr id="8194" name="Picture 2">
            <a:extLst>
              <a:ext uri="{FF2B5EF4-FFF2-40B4-BE49-F238E27FC236}">
                <a16:creationId xmlns:a16="http://schemas.microsoft.com/office/drawing/2014/main" id="{5C8627E7-48C1-C980-9197-201904851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9952" y="1976582"/>
            <a:ext cx="4632292" cy="3714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742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2270-EE3A-995F-254D-2815DCAF9BC5}"/>
              </a:ext>
            </a:extLst>
          </p:cNvPr>
          <p:cNvSpPr>
            <a:spLocks noGrp="1"/>
          </p:cNvSpPr>
          <p:nvPr>
            <p:ph type="title"/>
          </p:nvPr>
        </p:nvSpPr>
        <p:spPr>
          <a:xfrm>
            <a:off x="4364809" y="1057274"/>
            <a:ext cx="7043617" cy="688399"/>
          </a:xfrm>
        </p:spPr>
        <p:txBody>
          <a:bodyPr/>
          <a:lstStyle/>
          <a:p>
            <a:r>
              <a:rPr lang="en-US"/>
              <a:t>Interpretation</a:t>
            </a:r>
            <a:endParaRPr lang="en-US" dirty="0"/>
          </a:p>
        </p:txBody>
      </p:sp>
      <p:sp>
        <p:nvSpPr>
          <p:cNvPr id="3" name="Slide Number Placeholder 2">
            <a:extLst>
              <a:ext uri="{FF2B5EF4-FFF2-40B4-BE49-F238E27FC236}">
                <a16:creationId xmlns:a16="http://schemas.microsoft.com/office/drawing/2014/main" id="{3F48CCA0-3412-6636-64D7-57EEACCBA11F}"/>
              </a:ext>
            </a:extLst>
          </p:cNvPr>
          <p:cNvSpPr>
            <a:spLocks noGrp="1"/>
          </p:cNvSpPr>
          <p:nvPr>
            <p:ph type="sldNum" sz="quarter" idx="10"/>
          </p:nvPr>
        </p:nvSpPr>
        <p:spPr/>
        <p:txBody>
          <a:bodyPr/>
          <a:lstStyle/>
          <a:p>
            <a:fld id="{48F63A3B-78C7-47BE-AE5E-E10140E04643}" type="slidenum">
              <a:rPr lang="en-US" smtClean="0"/>
              <a:pPr/>
              <a:t>35</a:t>
            </a:fld>
            <a:endParaRPr lang="en-US" dirty="0"/>
          </a:p>
        </p:txBody>
      </p:sp>
      <p:sp>
        <p:nvSpPr>
          <p:cNvPr id="4" name="Content Placeholder 3">
            <a:extLst>
              <a:ext uri="{FF2B5EF4-FFF2-40B4-BE49-F238E27FC236}">
                <a16:creationId xmlns:a16="http://schemas.microsoft.com/office/drawing/2014/main" id="{B5EA761D-F76C-66EA-7DF8-FDB9E3FEF773}"/>
              </a:ext>
            </a:extLst>
          </p:cNvPr>
          <p:cNvSpPr>
            <a:spLocks noGrp="1"/>
          </p:cNvSpPr>
          <p:nvPr>
            <p:ph idx="11"/>
          </p:nvPr>
        </p:nvSpPr>
        <p:spPr>
          <a:xfrm>
            <a:off x="4364808" y="1874260"/>
            <a:ext cx="7043618" cy="4167724"/>
          </a:xfrm>
        </p:spPr>
        <p:txBody>
          <a:bodyPr/>
          <a:lstStyle/>
          <a:p>
            <a:r>
              <a:rPr lang="en-US" dirty="0"/>
              <a:t>The R-Squared value is the greatest calculated thus far, suggesting the relationship solely between GPA and Satisfaction Rating is slightly strong, however it is still small at 0.308 as about 70% of the data goes unexplained. The residuals plot also appears very spread. GPA was plotted again Satisfaction rating to see just how close the shape of the model is to the points, and it looks very far off. This still supports the idea that they should not be used to try and accurately predict one another. </a:t>
            </a:r>
          </a:p>
        </p:txBody>
      </p:sp>
      <p:pic>
        <p:nvPicPr>
          <p:cNvPr id="9218" name="Picture 2">
            <a:extLst>
              <a:ext uri="{FF2B5EF4-FFF2-40B4-BE49-F238E27FC236}">
                <a16:creationId xmlns:a16="http://schemas.microsoft.com/office/drawing/2014/main" id="{91CFB6C7-4BD7-CB7C-3C27-33E6CFAB7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23" y="1298143"/>
            <a:ext cx="4149188" cy="333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58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8BD4-B082-BD90-2E29-05A50EA19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734DB-898E-88C1-07B2-695844D64034}"/>
              </a:ext>
            </a:extLst>
          </p:cNvPr>
          <p:cNvSpPr>
            <a:spLocks noGrp="1"/>
          </p:cNvSpPr>
          <p:nvPr>
            <p:ph type="title"/>
          </p:nvPr>
        </p:nvSpPr>
        <p:spPr>
          <a:xfrm>
            <a:off x="2260144" y="1059448"/>
            <a:ext cx="7671711" cy="4739104"/>
          </a:xfrm>
        </p:spPr>
        <p:txBody>
          <a:bodyPr/>
          <a:lstStyle/>
          <a:p>
            <a:pPr algn="ctr"/>
            <a:r>
              <a:rPr lang="en-US" sz="4800" dirty="0"/>
              <a:t>What about GPA and socialization?</a:t>
            </a:r>
          </a:p>
        </p:txBody>
      </p:sp>
    </p:spTree>
    <p:extLst>
      <p:ext uri="{BB962C8B-B14F-4D97-AF65-F5344CB8AC3E}">
        <p14:creationId xmlns:p14="http://schemas.microsoft.com/office/powerpoint/2010/main" val="1337947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EE82-BFFF-F510-44B5-C6B1B19D2F75}"/>
              </a:ext>
            </a:extLst>
          </p:cNvPr>
          <p:cNvSpPr>
            <a:spLocks noGrp="1"/>
          </p:cNvSpPr>
          <p:nvPr>
            <p:ph type="title"/>
          </p:nvPr>
        </p:nvSpPr>
        <p:spPr>
          <a:xfrm>
            <a:off x="249382" y="146631"/>
            <a:ext cx="6583680" cy="1531357"/>
          </a:xfrm>
        </p:spPr>
        <p:txBody>
          <a:bodyPr/>
          <a:lstStyle/>
          <a:p>
            <a:r>
              <a:rPr lang="en-US" dirty="0"/>
              <a:t>Using GPA to predict Socialization</a:t>
            </a:r>
          </a:p>
        </p:txBody>
      </p:sp>
      <p:sp>
        <p:nvSpPr>
          <p:cNvPr id="4" name="Slide Number Placeholder 3">
            <a:extLst>
              <a:ext uri="{FF2B5EF4-FFF2-40B4-BE49-F238E27FC236}">
                <a16:creationId xmlns:a16="http://schemas.microsoft.com/office/drawing/2014/main" id="{99DDA8F0-912E-A83E-6C6C-3D31140DC171}"/>
              </a:ext>
            </a:extLst>
          </p:cNvPr>
          <p:cNvSpPr>
            <a:spLocks noGrp="1"/>
          </p:cNvSpPr>
          <p:nvPr>
            <p:ph type="sldNum" sz="quarter" idx="10"/>
          </p:nvPr>
        </p:nvSpPr>
        <p:spPr/>
        <p:txBody>
          <a:bodyPr/>
          <a:lstStyle/>
          <a:p>
            <a:fld id="{48F63A3B-78C7-47BE-AE5E-E10140E04643}" type="slidenum">
              <a:rPr lang="en-US" smtClean="0"/>
              <a:pPr/>
              <a:t>37</a:t>
            </a:fld>
            <a:endParaRPr lang="en-US" dirty="0"/>
          </a:p>
        </p:txBody>
      </p:sp>
      <p:pic>
        <p:nvPicPr>
          <p:cNvPr id="11" name="Content Placeholder 10">
            <a:extLst>
              <a:ext uri="{FF2B5EF4-FFF2-40B4-BE49-F238E27FC236}">
                <a16:creationId xmlns:a16="http://schemas.microsoft.com/office/drawing/2014/main" id="{1062883A-94B7-0C2F-0F39-C8ACADDCFE90}"/>
              </a:ext>
            </a:extLst>
          </p:cNvPr>
          <p:cNvPicPr>
            <a:picLocks noGrp="1" noChangeAspect="1"/>
          </p:cNvPicPr>
          <p:nvPr>
            <p:ph idx="1"/>
          </p:nvPr>
        </p:nvPicPr>
        <p:blipFill>
          <a:blip r:embed="rId2"/>
          <a:stretch>
            <a:fillRect/>
          </a:stretch>
        </p:blipFill>
        <p:spPr>
          <a:xfrm>
            <a:off x="399249" y="2211702"/>
            <a:ext cx="6583363" cy="3191700"/>
          </a:xfrm>
        </p:spPr>
      </p:pic>
      <p:pic>
        <p:nvPicPr>
          <p:cNvPr id="7175" name="Picture 7">
            <a:extLst>
              <a:ext uri="{FF2B5EF4-FFF2-40B4-BE49-F238E27FC236}">
                <a16:creationId xmlns:a16="http://schemas.microsoft.com/office/drawing/2014/main" id="{AECB8177-B011-E5AD-678F-6043115AB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6824" y="2037273"/>
            <a:ext cx="4415927" cy="354055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62FFCD5E-5539-DAEA-25E4-671B24BEEE12}"/>
              </a:ext>
            </a:extLst>
          </p:cNvPr>
          <p:cNvSpPr/>
          <p:nvPr/>
        </p:nvSpPr>
        <p:spPr>
          <a:xfrm>
            <a:off x="3722255" y="2535140"/>
            <a:ext cx="3260357" cy="28140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
        <p:nvSpPr>
          <p:cNvPr id="13" name="Rectangle 12">
            <a:extLst>
              <a:ext uri="{FF2B5EF4-FFF2-40B4-BE49-F238E27FC236}">
                <a16:creationId xmlns:a16="http://schemas.microsoft.com/office/drawing/2014/main" id="{6C3DF472-C151-CD55-7AFC-0A92D497E6B5}"/>
              </a:ext>
            </a:extLst>
          </p:cNvPr>
          <p:cNvSpPr/>
          <p:nvPr/>
        </p:nvSpPr>
        <p:spPr>
          <a:xfrm>
            <a:off x="421619" y="4864860"/>
            <a:ext cx="1915181" cy="538542"/>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a:solidFill>
                    <a:sysClr val="windowText" lastClr="000000"/>
                  </a:solidFill>
                </a:ln>
                <a:highlight>
                  <a:srgbClr val="FFFF00"/>
                </a:highlight>
              </a:rPr>
              <a:t>  </a:t>
            </a:r>
          </a:p>
        </p:txBody>
      </p:sp>
    </p:spTree>
    <p:extLst>
      <p:ext uri="{BB962C8B-B14F-4D97-AF65-F5344CB8AC3E}">
        <p14:creationId xmlns:p14="http://schemas.microsoft.com/office/powerpoint/2010/main" val="452445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FAFE-EDC9-A817-535B-373382BD8BFC}"/>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3F381C1F-B901-7EA0-5A46-42373F00CEB1}"/>
              </a:ext>
            </a:extLst>
          </p:cNvPr>
          <p:cNvSpPr>
            <a:spLocks noGrp="1"/>
          </p:cNvSpPr>
          <p:nvPr>
            <p:ph idx="13"/>
          </p:nvPr>
        </p:nvSpPr>
        <p:spPr/>
        <p:txBody>
          <a:bodyPr/>
          <a:lstStyle/>
          <a:p>
            <a:r>
              <a:rPr lang="en-US" dirty="0"/>
              <a:t>Once again, the R-squared value is tiny and suggests there is little to no correlation between GPA and socialization. The residuals plot supports this as it has a very large spread as it greatly over and underestimates average hours spent socializing. Therefore, this model can not accurately predict Socialization from GPA. </a:t>
            </a:r>
          </a:p>
        </p:txBody>
      </p:sp>
      <p:sp>
        <p:nvSpPr>
          <p:cNvPr id="4" name="Picture Placeholder 3">
            <a:extLst>
              <a:ext uri="{FF2B5EF4-FFF2-40B4-BE49-F238E27FC236}">
                <a16:creationId xmlns:a16="http://schemas.microsoft.com/office/drawing/2014/main" id="{DE8D6EB1-1012-ECB4-2EC3-E35C869B1FE5}"/>
              </a:ext>
            </a:extLst>
          </p:cNvPr>
          <p:cNvSpPr>
            <a:spLocks noGrp="1"/>
          </p:cNvSpPr>
          <p:nvPr>
            <p:ph type="pic" sz="quarter" idx="14"/>
          </p:nvPr>
        </p:nvSpPr>
        <p:spPr/>
        <p:txBody>
          <a:bodyPr/>
          <a:lstStyle/>
          <a:p>
            <a:endParaRPr lang="en-US"/>
          </a:p>
        </p:txBody>
      </p:sp>
      <p:sp>
        <p:nvSpPr>
          <p:cNvPr id="5" name="Slide Number Placeholder 4">
            <a:extLst>
              <a:ext uri="{FF2B5EF4-FFF2-40B4-BE49-F238E27FC236}">
                <a16:creationId xmlns:a16="http://schemas.microsoft.com/office/drawing/2014/main" id="{9D670DB2-7650-F4C6-E6D0-08BCADEA26F7}"/>
              </a:ext>
            </a:extLst>
          </p:cNvPr>
          <p:cNvSpPr>
            <a:spLocks noGrp="1"/>
          </p:cNvSpPr>
          <p:nvPr>
            <p:ph type="sldNum" sz="quarter" idx="10"/>
          </p:nvPr>
        </p:nvSpPr>
        <p:spPr/>
        <p:txBody>
          <a:bodyPr/>
          <a:lstStyle/>
          <a:p>
            <a:fld id="{48F63A3B-78C7-47BE-AE5E-E10140E04643}" type="slidenum">
              <a:rPr lang="en-US" smtClean="0"/>
              <a:pPr/>
              <a:t>38</a:t>
            </a:fld>
            <a:endParaRPr lang="en-US" dirty="0"/>
          </a:p>
        </p:txBody>
      </p:sp>
    </p:spTree>
    <p:extLst>
      <p:ext uri="{BB962C8B-B14F-4D97-AF65-F5344CB8AC3E}">
        <p14:creationId xmlns:p14="http://schemas.microsoft.com/office/powerpoint/2010/main" val="5090191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7DBA-66F2-4E68-989D-0AF8FE02B3BE}"/>
              </a:ext>
            </a:extLst>
          </p:cNvPr>
          <p:cNvSpPr>
            <a:spLocks noGrp="1"/>
          </p:cNvSpPr>
          <p:nvPr>
            <p:ph type="title"/>
          </p:nvPr>
        </p:nvSpPr>
        <p:spPr>
          <a:xfrm>
            <a:off x="4364809" y="1057274"/>
            <a:ext cx="7043617" cy="630849"/>
          </a:xfrm>
        </p:spPr>
        <p:txBody>
          <a:bodyPr/>
          <a:lstStyle/>
          <a:p>
            <a:r>
              <a:rPr lang="en-US" dirty="0"/>
              <a:t>Possible errors</a:t>
            </a:r>
          </a:p>
        </p:txBody>
      </p:sp>
      <p:sp>
        <p:nvSpPr>
          <p:cNvPr id="3" name="Slide Number Placeholder 2">
            <a:extLst>
              <a:ext uri="{FF2B5EF4-FFF2-40B4-BE49-F238E27FC236}">
                <a16:creationId xmlns:a16="http://schemas.microsoft.com/office/drawing/2014/main" id="{858479F5-CE7B-49BC-8256-4CEA8B29A74C}"/>
              </a:ext>
            </a:extLst>
          </p:cNvPr>
          <p:cNvSpPr>
            <a:spLocks noGrp="1"/>
          </p:cNvSpPr>
          <p:nvPr>
            <p:ph type="sldNum" sz="quarter" idx="10"/>
          </p:nvPr>
        </p:nvSpPr>
        <p:spPr/>
        <p:txBody>
          <a:bodyPr/>
          <a:lstStyle/>
          <a:p>
            <a:fld id="{48F63A3B-78C7-47BE-AE5E-E10140E04643}" type="slidenum">
              <a:rPr lang="en-US" smtClean="0"/>
              <a:pPr/>
              <a:t>39</a:t>
            </a:fld>
            <a:endParaRPr lang="en-US" dirty="0"/>
          </a:p>
        </p:txBody>
      </p:sp>
      <p:sp>
        <p:nvSpPr>
          <p:cNvPr id="4" name="Content Placeholder 3">
            <a:extLst>
              <a:ext uri="{FF2B5EF4-FFF2-40B4-BE49-F238E27FC236}">
                <a16:creationId xmlns:a16="http://schemas.microsoft.com/office/drawing/2014/main" id="{57821705-25C9-4398-A93D-677127F2A929}"/>
              </a:ext>
            </a:extLst>
          </p:cNvPr>
          <p:cNvSpPr>
            <a:spLocks noGrp="1"/>
          </p:cNvSpPr>
          <p:nvPr>
            <p:ph idx="11"/>
          </p:nvPr>
        </p:nvSpPr>
        <p:spPr>
          <a:xfrm>
            <a:off x="4364808" y="1916723"/>
            <a:ext cx="7043618" cy="4686300"/>
          </a:xfrm>
        </p:spPr>
        <p:txBody>
          <a:bodyPr>
            <a:normAutofit/>
          </a:bodyPr>
          <a:lstStyle/>
          <a:p>
            <a:r>
              <a:rPr lang="en-US" dirty="0"/>
              <a:t>The results could likely be skewed due to the possibility of several errors occurring. The most significant error would be in the student reporting. It is likely people could’ve been inaccurate in their responses. It is also important to note that the sample of student taken was not random, it was sent out to many students (most of which were honors students based on availability) and done optionally. It is also important to note that several first semester freshmen filled out the form so they likely indicated they had a 4.0 GPA when it will probably change during college. The same thing applies to their satisfaction rating. </a:t>
            </a:r>
          </a:p>
        </p:txBody>
      </p:sp>
    </p:spTree>
    <p:extLst>
      <p:ext uri="{BB962C8B-B14F-4D97-AF65-F5344CB8AC3E}">
        <p14:creationId xmlns:p14="http://schemas.microsoft.com/office/powerpoint/2010/main" val="2421333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8860-DB95-1C65-FE7F-0765C76AED28}"/>
              </a:ext>
            </a:extLst>
          </p:cNvPr>
          <p:cNvSpPr>
            <a:spLocks noGrp="1"/>
          </p:cNvSpPr>
          <p:nvPr>
            <p:ph type="ctrTitle"/>
          </p:nvPr>
        </p:nvSpPr>
        <p:spPr>
          <a:xfrm>
            <a:off x="914401" y="684950"/>
            <a:ext cx="5715000" cy="953956"/>
          </a:xfrm>
        </p:spPr>
        <p:txBody>
          <a:bodyPr/>
          <a:lstStyle/>
          <a:p>
            <a:r>
              <a:rPr lang="en-US" dirty="0"/>
              <a:t>Conclusion</a:t>
            </a:r>
          </a:p>
        </p:txBody>
      </p:sp>
      <p:sp>
        <p:nvSpPr>
          <p:cNvPr id="3" name="Subtitle 2">
            <a:extLst>
              <a:ext uri="{FF2B5EF4-FFF2-40B4-BE49-F238E27FC236}">
                <a16:creationId xmlns:a16="http://schemas.microsoft.com/office/drawing/2014/main" id="{C2187574-571A-1617-6B1A-91EF5B343269}"/>
              </a:ext>
            </a:extLst>
          </p:cNvPr>
          <p:cNvSpPr>
            <a:spLocks noGrp="1"/>
          </p:cNvSpPr>
          <p:nvPr>
            <p:ph type="subTitle" idx="1"/>
          </p:nvPr>
        </p:nvSpPr>
        <p:spPr>
          <a:xfrm>
            <a:off x="914401" y="1830915"/>
            <a:ext cx="5715000" cy="3954423"/>
          </a:xfrm>
        </p:spPr>
        <p:txBody>
          <a:bodyPr>
            <a:normAutofit/>
          </a:bodyPr>
          <a:lstStyle/>
          <a:p>
            <a:pPr>
              <a:lnSpc>
                <a:spcPct val="150000"/>
              </a:lnSpc>
            </a:pPr>
            <a:r>
              <a:rPr lang="en-US" b="0" i="0" dirty="0">
                <a:effectLst/>
              </a:rPr>
              <a:t>Therefore, we can conclude, while none of these models are very good, meaning GPA is unlikely to be accurately predicted from the variables used, but we can still observe that all of them except sleep and satisfaction rating had some impact, though not significant, on GPA.</a:t>
            </a:r>
            <a:endParaRPr lang="en-US" dirty="0"/>
          </a:p>
        </p:txBody>
      </p:sp>
    </p:spTree>
    <p:extLst>
      <p:ext uri="{BB962C8B-B14F-4D97-AF65-F5344CB8AC3E}">
        <p14:creationId xmlns:p14="http://schemas.microsoft.com/office/powerpoint/2010/main" val="283075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8860-DB95-1C65-FE7F-0765C76AED28}"/>
              </a:ext>
            </a:extLst>
          </p:cNvPr>
          <p:cNvSpPr>
            <a:spLocks noGrp="1"/>
          </p:cNvSpPr>
          <p:nvPr>
            <p:ph type="ctrTitle"/>
          </p:nvPr>
        </p:nvSpPr>
        <p:spPr>
          <a:xfrm>
            <a:off x="914401" y="684950"/>
            <a:ext cx="5715000" cy="953956"/>
          </a:xfrm>
        </p:spPr>
        <p:txBody>
          <a:bodyPr/>
          <a:lstStyle/>
          <a:p>
            <a:r>
              <a:rPr lang="en-US" dirty="0"/>
              <a:t>Conclusion</a:t>
            </a:r>
          </a:p>
        </p:txBody>
      </p:sp>
      <p:sp>
        <p:nvSpPr>
          <p:cNvPr id="3" name="Subtitle 2">
            <a:extLst>
              <a:ext uri="{FF2B5EF4-FFF2-40B4-BE49-F238E27FC236}">
                <a16:creationId xmlns:a16="http://schemas.microsoft.com/office/drawing/2014/main" id="{C2187574-571A-1617-6B1A-91EF5B343269}"/>
              </a:ext>
            </a:extLst>
          </p:cNvPr>
          <p:cNvSpPr>
            <a:spLocks noGrp="1"/>
          </p:cNvSpPr>
          <p:nvPr>
            <p:ph type="subTitle" idx="1"/>
          </p:nvPr>
        </p:nvSpPr>
        <p:spPr>
          <a:xfrm>
            <a:off x="914401" y="1830915"/>
            <a:ext cx="5855676" cy="4342135"/>
          </a:xfrm>
        </p:spPr>
        <p:txBody>
          <a:bodyPr>
            <a:normAutofit/>
          </a:bodyPr>
          <a:lstStyle/>
          <a:p>
            <a:pPr>
              <a:lnSpc>
                <a:spcPct val="150000"/>
              </a:lnSpc>
            </a:pPr>
            <a:r>
              <a:rPr lang="en-US" dirty="0"/>
              <a:t>Similarly, we can conclude, that there is no relationship between GPA and satisfaction rating as well as socialization and satisfaction rating. While there is no correlation, we can still take away that a student’s rating of their satisfaction with the university must stem from many more factors and differs from student to student. </a:t>
            </a:r>
          </a:p>
        </p:txBody>
      </p:sp>
    </p:spTree>
    <p:extLst>
      <p:ext uri="{BB962C8B-B14F-4D97-AF65-F5344CB8AC3E}">
        <p14:creationId xmlns:p14="http://schemas.microsoft.com/office/powerpoint/2010/main" val="2189208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0854-C93B-CB20-67B1-2EBA68B6B7B9}"/>
              </a:ext>
            </a:extLst>
          </p:cNvPr>
          <p:cNvSpPr>
            <a:spLocks noGrp="1"/>
          </p:cNvSpPr>
          <p:nvPr>
            <p:ph type="title"/>
          </p:nvPr>
        </p:nvSpPr>
        <p:spPr/>
        <p:txBody>
          <a:bodyPr/>
          <a:lstStyle/>
          <a:p>
            <a:r>
              <a:rPr lang="en-US" dirty="0"/>
              <a:t>Some of the Python Code used in this project</a:t>
            </a:r>
          </a:p>
        </p:txBody>
      </p:sp>
      <p:pic>
        <p:nvPicPr>
          <p:cNvPr id="6" name="Content Placeholder 5">
            <a:extLst>
              <a:ext uri="{FF2B5EF4-FFF2-40B4-BE49-F238E27FC236}">
                <a16:creationId xmlns:a16="http://schemas.microsoft.com/office/drawing/2014/main" id="{CF89C045-B7FE-EE6A-73D9-F2B9DB722BC0}"/>
              </a:ext>
            </a:extLst>
          </p:cNvPr>
          <p:cNvPicPr>
            <a:picLocks noGrp="1" noChangeAspect="1"/>
          </p:cNvPicPr>
          <p:nvPr>
            <p:ph sz="quarter" idx="4"/>
          </p:nvPr>
        </p:nvPicPr>
        <p:blipFill>
          <a:blip r:embed="rId2"/>
          <a:stretch>
            <a:fillRect/>
          </a:stretch>
        </p:blipFill>
        <p:spPr>
          <a:xfrm>
            <a:off x="2363070" y="2070059"/>
            <a:ext cx="7465860" cy="3948112"/>
          </a:xfrm>
        </p:spPr>
      </p:pic>
      <p:sp>
        <p:nvSpPr>
          <p:cNvPr id="4" name="Slide Number Placeholder 3">
            <a:extLst>
              <a:ext uri="{FF2B5EF4-FFF2-40B4-BE49-F238E27FC236}">
                <a16:creationId xmlns:a16="http://schemas.microsoft.com/office/drawing/2014/main" id="{F6C1D4FB-FCC9-B7C1-A286-306FC6D4366C}"/>
              </a:ext>
            </a:extLst>
          </p:cNvPr>
          <p:cNvSpPr>
            <a:spLocks noGrp="1"/>
          </p:cNvSpPr>
          <p:nvPr>
            <p:ph type="sldNum" sz="quarter" idx="10"/>
          </p:nvPr>
        </p:nvSpPr>
        <p:spPr/>
        <p:txBody>
          <a:bodyPr/>
          <a:lstStyle/>
          <a:p>
            <a:fld id="{48F63A3B-78C7-47BE-AE5E-E10140E04643}" type="slidenum">
              <a:rPr lang="en-US" smtClean="0"/>
              <a:pPr/>
              <a:t>42</a:t>
            </a:fld>
            <a:endParaRPr lang="en-US" dirty="0"/>
          </a:p>
        </p:txBody>
      </p:sp>
      <p:sp>
        <p:nvSpPr>
          <p:cNvPr id="7" name="TextBox 6">
            <a:extLst>
              <a:ext uri="{FF2B5EF4-FFF2-40B4-BE49-F238E27FC236}">
                <a16:creationId xmlns:a16="http://schemas.microsoft.com/office/drawing/2014/main" id="{C5EBB145-F9F2-7CE5-2352-E25D5C5D7EA5}"/>
              </a:ext>
            </a:extLst>
          </p:cNvPr>
          <p:cNvSpPr txBox="1"/>
          <p:nvPr/>
        </p:nvSpPr>
        <p:spPr>
          <a:xfrm>
            <a:off x="3622548" y="6294712"/>
            <a:ext cx="4946904" cy="369332"/>
          </a:xfrm>
          <a:prstGeom prst="rect">
            <a:avLst/>
          </a:prstGeom>
          <a:noFill/>
        </p:spPr>
        <p:txBody>
          <a:bodyPr wrap="square" rtlCol="0">
            <a:spAutoFit/>
          </a:bodyPr>
          <a:lstStyle/>
          <a:p>
            <a:r>
              <a:rPr lang="en-US" dirty="0"/>
              <a:t>For all of the code done for this project click </a:t>
            </a:r>
            <a:r>
              <a:rPr lang="en-US" dirty="0">
                <a:hlinkClick r:id="rId3"/>
              </a:rPr>
              <a:t>here</a:t>
            </a:r>
            <a:endParaRPr lang="en-US" dirty="0"/>
          </a:p>
        </p:txBody>
      </p:sp>
    </p:spTree>
    <p:extLst>
      <p:ext uri="{BB962C8B-B14F-4D97-AF65-F5344CB8AC3E}">
        <p14:creationId xmlns:p14="http://schemas.microsoft.com/office/powerpoint/2010/main" val="3256979352"/>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{E5507FD5-A403-4638-B016-BE3BE675ECE1}tf78438558_win32</Template>
  <TotalTime>1474</TotalTime>
  <Words>2965</Words>
  <Application>Microsoft Office PowerPoint</Application>
  <PresentationFormat>Widescreen</PresentationFormat>
  <Paragraphs>212</Paragraphs>
  <Slides>42</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 Black</vt:lpstr>
      <vt:lpstr>Calibri</vt:lpstr>
      <vt:lpstr>Cambria Math</vt:lpstr>
      <vt:lpstr>Sabon Next LT</vt:lpstr>
      <vt:lpstr>var(--jp-code-font-family)</vt:lpstr>
      <vt:lpstr>Custom</vt:lpstr>
      <vt:lpstr>Math 391:   Estimating Student GPA using Matrices In Python</vt:lpstr>
      <vt:lpstr>Introduction</vt:lpstr>
      <vt:lpstr>Goal</vt:lpstr>
      <vt:lpstr>GPA Versus Variables</vt:lpstr>
      <vt:lpstr>The Matrix</vt:lpstr>
      <vt:lpstr>Using Python with Matrix Conversions</vt:lpstr>
      <vt:lpstr>Using python to get A regression Table</vt:lpstr>
      <vt:lpstr>Regression Results Table</vt:lpstr>
      <vt:lpstr>Table Results</vt:lpstr>
      <vt:lpstr>Comparing the Predicted GPA to the Actual GPA</vt:lpstr>
      <vt:lpstr>Residuals Plot</vt:lpstr>
      <vt:lpstr>What now?</vt:lpstr>
      <vt:lpstr>Regression Results Without Phone Variable</vt:lpstr>
      <vt:lpstr>What removing the phone variable showed</vt:lpstr>
      <vt:lpstr>Removing Socializing, and  Studying</vt:lpstr>
      <vt:lpstr>What this could mean </vt:lpstr>
      <vt:lpstr>Removing the Sleep Variable</vt:lpstr>
      <vt:lpstr>Interpretation of Removing Sleep Variable on Table</vt:lpstr>
      <vt:lpstr>Residuals Plot for Visualization</vt:lpstr>
      <vt:lpstr>Removing the Satisfaction Rating Variable</vt:lpstr>
      <vt:lpstr>Interpretation of Table</vt:lpstr>
      <vt:lpstr>Residuals  Plot</vt:lpstr>
      <vt:lpstr>Removing the Sleep and Satisfaction Variable</vt:lpstr>
      <vt:lpstr>Surprising Table Results</vt:lpstr>
      <vt:lpstr>Residual Plot Side-By-Side</vt:lpstr>
      <vt:lpstr>Using the Data To investigate more correlations</vt:lpstr>
      <vt:lpstr>Predicting satisfaction from GPA and socialization</vt:lpstr>
      <vt:lpstr>GPA and socializing to predict satisfaction Results</vt:lpstr>
      <vt:lpstr>Interpretation</vt:lpstr>
      <vt:lpstr>What about just satisfaction and socialization?</vt:lpstr>
      <vt:lpstr>Socializing to Predict satisfaction results</vt:lpstr>
      <vt:lpstr>Interpretation</vt:lpstr>
      <vt:lpstr>What about GPA and Satisfaction Rating?</vt:lpstr>
      <vt:lpstr>Using GPA to predict Satisfaction Rating</vt:lpstr>
      <vt:lpstr>Interpretation</vt:lpstr>
      <vt:lpstr>What about GPA and socialization?</vt:lpstr>
      <vt:lpstr>Using GPA to predict Socialization</vt:lpstr>
      <vt:lpstr>Interpretation</vt:lpstr>
      <vt:lpstr>Possible errors</vt:lpstr>
      <vt:lpstr>Conclusion</vt:lpstr>
      <vt:lpstr>Conclusion</vt:lpstr>
      <vt:lpstr>Some of the Python Code used in this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391:   Estimating Student GPA using Matrices In Python</dc:title>
  <dc:subject/>
  <dc:creator>Olivia Rueschhoff</dc:creator>
  <cp:lastModifiedBy>Olivia Rueschhoff</cp:lastModifiedBy>
  <cp:revision>7</cp:revision>
  <dcterms:created xsi:type="dcterms:W3CDTF">2024-10-27T23:41:11Z</dcterms:created>
  <dcterms:modified xsi:type="dcterms:W3CDTF">2024-11-15T18:32:14Z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